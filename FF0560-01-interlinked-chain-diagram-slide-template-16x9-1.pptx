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6"/>
  </p:notesMasterIdLst>
  <p:sldIdLst>
    <p:sldId id="276" r:id="rId3"/>
    <p:sldId id="290" r:id="rId4"/>
    <p:sldId id="268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4"/>
  </p:normalViewPr>
  <p:slideViewPr>
    <p:cSldViewPr>
      <p:cViewPr>
        <p:scale>
          <a:sx n="33" d="100"/>
          <a:sy n="33" d="100"/>
        </p:scale>
        <p:origin x="2370" y="121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4" tIns="45683" rIns="91364" bIns="45683" rtlCol="0" anchor="ctr"/>
          <a:lstStyle/>
          <a:p>
            <a:pPr algn="ctr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3887119"/>
            <a:ext cx="10360501" cy="610820"/>
          </a:xfrm>
        </p:spPr>
        <p:txBody>
          <a:bodyPr/>
          <a:lstStyle>
            <a:lvl1pPr algn="ctr">
              <a:defRPr lang="en-US" sz="3998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8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8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96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2130430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99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53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5"/>
            <a:ext cx="10360501" cy="1362075"/>
          </a:xfrm>
        </p:spPr>
        <p:txBody>
          <a:bodyPr anchor="t"/>
          <a:lstStyle>
            <a:lvl1pPr algn="l">
              <a:defRPr sz="529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98">
                <a:solidFill>
                  <a:schemeClr val="tx1">
                    <a:tint val="75000"/>
                  </a:schemeClr>
                </a:solidFill>
              </a:defRPr>
            </a:lvl1pPr>
            <a:lvl2pPr marL="609006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2pPr>
            <a:lvl3pPr marL="1218013" indent="0">
              <a:buNone/>
              <a:defRPr sz="2098">
                <a:solidFill>
                  <a:schemeClr val="tx1">
                    <a:tint val="75000"/>
                  </a:schemeClr>
                </a:solidFill>
              </a:defRPr>
            </a:lvl3pPr>
            <a:lvl4pPr marL="1827018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4pPr>
            <a:lvl5pPr marL="2436024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5pPr>
            <a:lvl6pPr marL="304503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6pPr>
            <a:lvl7pPr marL="3654036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7pPr>
            <a:lvl8pPr marL="426304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8pPr>
            <a:lvl9pPr marL="4872047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84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67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7"/>
            <a:ext cx="5385514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7"/>
            <a:ext cx="5387630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935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5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81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62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6" y="273053"/>
            <a:ext cx="4010039" cy="1162051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7"/>
            <a:ext cx="6813892" cy="5853113"/>
          </a:xfrm>
        </p:spPr>
        <p:txBody>
          <a:bodyPr/>
          <a:lstStyle>
            <a:lvl1pPr>
              <a:defRPr sz="4298"/>
            </a:lvl1pPr>
            <a:lvl2pPr>
              <a:defRPr sz="3698"/>
            </a:lvl2pPr>
            <a:lvl3pPr>
              <a:defRPr sz="3198"/>
            </a:lvl3pPr>
            <a:lvl4pPr>
              <a:defRPr sz="2698"/>
            </a:lvl4pPr>
            <a:lvl5pPr>
              <a:defRPr sz="2698"/>
            </a:lvl5pPr>
            <a:lvl6pPr>
              <a:defRPr sz="2698"/>
            </a:lvl6pPr>
            <a:lvl7pPr>
              <a:defRPr sz="2698"/>
            </a:lvl7pPr>
            <a:lvl8pPr>
              <a:defRPr sz="2698"/>
            </a:lvl8pPr>
            <a:lvl9pPr>
              <a:defRPr sz="2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6" y="1435104"/>
            <a:ext cx="4010039" cy="46910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129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4"/>
            <a:ext cx="7313295" cy="566739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9006" indent="0">
              <a:buNone/>
              <a:defRPr sz="3698"/>
            </a:lvl2pPr>
            <a:lvl3pPr marL="1218013" indent="0">
              <a:buNone/>
              <a:defRPr sz="3198"/>
            </a:lvl3pPr>
            <a:lvl4pPr marL="1827018" indent="0">
              <a:buNone/>
              <a:defRPr sz="2698"/>
            </a:lvl4pPr>
            <a:lvl5pPr marL="2436024" indent="0">
              <a:buNone/>
              <a:defRPr sz="2698"/>
            </a:lvl5pPr>
            <a:lvl6pPr marL="3045031" indent="0">
              <a:buNone/>
              <a:defRPr sz="2698"/>
            </a:lvl6pPr>
            <a:lvl7pPr marL="3654036" indent="0">
              <a:buNone/>
              <a:defRPr sz="2698"/>
            </a:lvl7pPr>
            <a:lvl8pPr marL="4263041" indent="0">
              <a:buNone/>
              <a:defRPr sz="2698"/>
            </a:lvl8pPr>
            <a:lvl9pPr marL="4872047" indent="0">
              <a:buNone/>
              <a:defRPr sz="2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43"/>
            <a:ext cx="7313295" cy="8048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997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52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3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3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815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8"/>
            <a:ext cx="5930678" cy="711081"/>
          </a:xfrm>
        </p:spPr>
        <p:txBody>
          <a:bodyPr>
            <a:normAutofit/>
          </a:bodyPr>
          <a:lstStyle>
            <a:lvl1pPr algn="ctr">
              <a:defRPr sz="3598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3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44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5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6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1218013" rtl="0" eaLnBrk="1" latinLnBrk="0" hangingPunct="1">
        <a:spcBef>
          <a:spcPct val="0"/>
        </a:spcBef>
        <a:buNone/>
        <a:defRPr sz="3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54" indent="-456754" algn="l" defTabSz="1218013" rtl="0" eaLnBrk="1" latinLnBrk="0" hangingPunct="1">
        <a:spcBef>
          <a:spcPct val="20000"/>
        </a:spcBef>
        <a:buFont typeface="Arial" pitchFamily="34" charset="0"/>
        <a:buChar char="•"/>
        <a:defRPr sz="3598" kern="1200">
          <a:solidFill>
            <a:schemeClr val="tx1"/>
          </a:solidFill>
          <a:latin typeface="+mj-lt"/>
          <a:ea typeface="+mn-ea"/>
          <a:cs typeface="+mn-cs"/>
        </a:defRPr>
      </a:lvl1pPr>
      <a:lvl2pPr marL="989635" indent="-380627" algn="l" defTabSz="1218013" rtl="0" eaLnBrk="1" latinLnBrk="0" hangingPunct="1">
        <a:spcBef>
          <a:spcPct val="20000"/>
        </a:spcBef>
        <a:buFont typeface="Arial" pitchFamily="34" charset="0"/>
        <a:buChar char="–"/>
        <a:defRPr sz="3198" kern="1200">
          <a:solidFill>
            <a:schemeClr val="tx1"/>
          </a:solidFill>
          <a:latin typeface="+mj-lt"/>
          <a:ea typeface="+mn-ea"/>
          <a:cs typeface="+mn-cs"/>
        </a:defRPr>
      </a:lvl2pPr>
      <a:lvl3pPr marL="152251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j-lt"/>
          <a:ea typeface="+mn-ea"/>
          <a:cs typeface="+mn-cs"/>
        </a:defRPr>
      </a:lvl3pPr>
      <a:lvl4pPr marL="2131522" indent="-304504" algn="l" defTabSz="1218013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+mj-lt"/>
          <a:ea typeface="+mn-ea"/>
          <a:cs typeface="+mn-cs"/>
        </a:defRPr>
      </a:lvl4pPr>
      <a:lvl5pPr marL="2740527" indent="-304504" algn="l" defTabSz="1218013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+mj-lt"/>
          <a:ea typeface="+mn-ea"/>
          <a:cs typeface="+mn-cs"/>
        </a:defRPr>
      </a:lvl5pPr>
      <a:lvl6pPr marL="3349532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8539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754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6550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0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13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018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024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03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03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04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047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12A907-E3DC-CD81-FF9B-46CDD81A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Interlinked Chain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Diagram Slide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9C3B4E1-AB8D-F190-FA99-2629AE9095EC}"/>
              </a:ext>
            </a:extLst>
          </p:cNvPr>
          <p:cNvSpPr/>
          <p:nvPr/>
        </p:nvSpPr>
        <p:spPr>
          <a:xfrm>
            <a:off x="7478754" y="3185084"/>
            <a:ext cx="2805271" cy="1612068"/>
          </a:xfrm>
          <a:custGeom>
            <a:avLst/>
            <a:gdLst>
              <a:gd name="connsiteX0" fmla="*/ 1753251 w 2460111"/>
              <a:gd name="connsiteY0" fmla="*/ 0 h 1413720"/>
              <a:gd name="connsiteX1" fmla="*/ 1032284 w 2460111"/>
              <a:gd name="connsiteY1" fmla="*/ 0 h 1413720"/>
              <a:gd name="connsiteX2" fmla="*/ 1032284 w 2460111"/>
              <a:gd name="connsiteY2" fmla="*/ 276604 h 1413720"/>
              <a:gd name="connsiteX3" fmla="*/ 1753251 w 2460111"/>
              <a:gd name="connsiteY3" fmla="*/ 276604 h 1413720"/>
              <a:gd name="connsiteX4" fmla="*/ 2183509 w 2460111"/>
              <a:gd name="connsiteY4" fmla="*/ 706860 h 1413720"/>
              <a:gd name="connsiteX5" fmla="*/ 1753251 w 2460111"/>
              <a:gd name="connsiteY5" fmla="*/ 1137117 h 1413720"/>
              <a:gd name="connsiteX6" fmla="*/ 706860 w 2460111"/>
              <a:gd name="connsiteY6" fmla="*/ 1137117 h 1413720"/>
              <a:gd name="connsiteX7" fmla="*/ 292647 w 2460111"/>
              <a:gd name="connsiteY7" fmla="*/ 822757 h 1413720"/>
              <a:gd name="connsiteX8" fmla="*/ 276604 w 2460111"/>
              <a:gd name="connsiteY8" fmla="*/ 706860 h 1413720"/>
              <a:gd name="connsiteX9" fmla="*/ 399968 w 2460111"/>
              <a:gd name="connsiteY9" fmla="*/ 405777 h 1413720"/>
              <a:gd name="connsiteX10" fmla="*/ 175643 w 2460111"/>
              <a:gd name="connsiteY10" fmla="*/ 241337 h 1413720"/>
              <a:gd name="connsiteX11" fmla="*/ 0 w 2460111"/>
              <a:gd name="connsiteY11" fmla="*/ 706860 h 1413720"/>
              <a:gd name="connsiteX12" fmla="*/ 9681 w 2460111"/>
              <a:gd name="connsiteY12" fmla="*/ 822757 h 1413720"/>
              <a:gd name="connsiteX13" fmla="*/ 706860 w 2460111"/>
              <a:gd name="connsiteY13" fmla="*/ 1413721 h 1413720"/>
              <a:gd name="connsiteX14" fmla="*/ 1753251 w 2460111"/>
              <a:gd name="connsiteY14" fmla="*/ 1413721 h 1413720"/>
              <a:gd name="connsiteX15" fmla="*/ 2460112 w 2460111"/>
              <a:gd name="connsiteY15" fmla="*/ 706860 h 1413720"/>
              <a:gd name="connsiteX16" fmla="*/ 1753251 w 2460111"/>
              <a:gd name="connsiteY16" fmla="*/ 0 h 141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60111" h="1413720">
                <a:moveTo>
                  <a:pt x="1753251" y="0"/>
                </a:moveTo>
                <a:lnTo>
                  <a:pt x="1032284" y="0"/>
                </a:lnTo>
                <a:lnTo>
                  <a:pt x="1032284" y="276604"/>
                </a:lnTo>
                <a:lnTo>
                  <a:pt x="1753251" y="276604"/>
                </a:lnTo>
                <a:cubicBezTo>
                  <a:pt x="1990439" y="276604"/>
                  <a:pt x="2183509" y="469535"/>
                  <a:pt x="2183509" y="706860"/>
                </a:cubicBezTo>
                <a:cubicBezTo>
                  <a:pt x="2183509" y="944186"/>
                  <a:pt x="1990577" y="1137117"/>
                  <a:pt x="1753251" y="1137117"/>
                </a:cubicBezTo>
                <a:lnTo>
                  <a:pt x="706860" y="1137117"/>
                </a:lnTo>
                <a:cubicBezTo>
                  <a:pt x="509780" y="1137117"/>
                  <a:pt x="343403" y="1003933"/>
                  <a:pt x="292647" y="822757"/>
                </a:cubicBezTo>
                <a:cubicBezTo>
                  <a:pt x="282274" y="785831"/>
                  <a:pt x="276604" y="746968"/>
                  <a:pt x="276604" y="706860"/>
                </a:cubicBezTo>
                <a:cubicBezTo>
                  <a:pt x="276604" y="589719"/>
                  <a:pt x="323765" y="483365"/>
                  <a:pt x="399968" y="405777"/>
                </a:cubicBezTo>
                <a:lnTo>
                  <a:pt x="175643" y="241337"/>
                </a:lnTo>
                <a:cubicBezTo>
                  <a:pt x="66385" y="365808"/>
                  <a:pt x="0" y="528728"/>
                  <a:pt x="0" y="706860"/>
                </a:cubicBezTo>
                <a:cubicBezTo>
                  <a:pt x="0" y="746276"/>
                  <a:pt x="3458" y="785001"/>
                  <a:pt x="9681" y="822757"/>
                </a:cubicBezTo>
                <a:cubicBezTo>
                  <a:pt x="65140" y="1157586"/>
                  <a:pt x="356542" y="1413721"/>
                  <a:pt x="706860" y="1413721"/>
                </a:cubicBezTo>
                <a:lnTo>
                  <a:pt x="1753251" y="1413721"/>
                </a:lnTo>
                <a:cubicBezTo>
                  <a:pt x="2142986" y="1413721"/>
                  <a:pt x="2460112" y="1096595"/>
                  <a:pt x="2460112" y="706860"/>
                </a:cubicBezTo>
                <a:cubicBezTo>
                  <a:pt x="2460112" y="317126"/>
                  <a:pt x="2142986" y="0"/>
                  <a:pt x="1753251" y="0"/>
                </a:cubicBezTo>
                <a:close/>
              </a:path>
            </a:pathLst>
          </a:custGeom>
          <a:gradFill>
            <a:gsLst>
              <a:gs pos="59000">
                <a:schemeClr val="accent5"/>
              </a:gs>
              <a:gs pos="100000">
                <a:schemeClr val="accent4"/>
              </a:gs>
            </a:gsLst>
            <a:lin ang="0" scaled="1"/>
          </a:gradFill>
          <a:ln w="13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EACF9C-D1AA-5E7A-F913-C7D6532B3760}"/>
              </a:ext>
            </a:extLst>
          </p:cNvPr>
          <p:cNvSpPr/>
          <p:nvPr/>
        </p:nvSpPr>
        <p:spPr>
          <a:xfrm>
            <a:off x="5611990" y="2660239"/>
            <a:ext cx="2805113" cy="1612068"/>
          </a:xfrm>
          <a:custGeom>
            <a:avLst/>
            <a:gdLst>
              <a:gd name="connsiteX0" fmla="*/ 1753113 w 2459973"/>
              <a:gd name="connsiteY0" fmla="*/ 0 h 1413720"/>
              <a:gd name="connsiteX1" fmla="*/ 706722 w 2459973"/>
              <a:gd name="connsiteY1" fmla="*/ 0 h 1413720"/>
              <a:gd name="connsiteX2" fmla="*/ 6500 w 2459973"/>
              <a:gd name="connsiteY2" fmla="*/ 611985 h 1413720"/>
              <a:gd name="connsiteX3" fmla="*/ 0 w 2459973"/>
              <a:gd name="connsiteY3" fmla="*/ 706860 h 1413720"/>
              <a:gd name="connsiteX4" fmla="*/ 128344 w 2459973"/>
              <a:gd name="connsiteY4" fmla="*/ 1112361 h 1413720"/>
              <a:gd name="connsiteX5" fmla="*/ 352255 w 2459973"/>
              <a:gd name="connsiteY5" fmla="*/ 950272 h 1413720"/>
              <a:gd name="connsiteX6" fmla="*/ 276465 w 2459973"/>
              <a:gd name="connsiteY6" fmla="*/ 706860 h 1413720"/>
              <a:gd name="connsiteX7" fmla="*/ 287114 w 2459973"/>
              <a:gd name="connsiteY7" fmla="*/ 611985 h 1413720"/>
              <a:gd name="connsiteX8" fmla="*/ 706722 w 2459973"/>
              <a:gd name="connsiteY8" fmla="*/ 276604 h 1413720"/>
              <a:gd name="connsiteX9" fmla="*/ 1753113 w 2459973"/>
              <a:gd name="connsiteY9" fmla="*/ 276604 h 1413720"/>
              <a:gd name="connsiteX10" fmla="*/ 2183370 w 2459973"/>
              <a:gd name="connsiteY10" fmla="*/ 706860 h 1413720"/>
              <a:gd name="connsiteX11" fmla="*/ 1753113 w 2459973"/>
              <a:gd name="connsiteY11" fmla="*/ 1137117 h 1413720"/>
              <a:gd name="connsiteX12" fmla="*/ 1134489 w 2459973"/>
              <a:gd name="connsiteY12" fmla="*/ 1137117 h 1413720"/>
              <a:gd name="connsiteX13" fmla="*/ 1134489 w 2459973"/>
              <a:gd name="connsiteY13" fmla="*/ 1413721 h 1413720"/>
              <a:gd name="connsiteX14" fmla="*/ 1753113 w 2459973"/>
              <a:gd name="connsiteY14" fmla="*/ 1413721 h 1413720"/>
              <a:gd name="connsiteX15" fmla="*/ 2459974 w 2459973"/>
              <a:gd name="connsiteY15" fmla="*/ 706860 h 1413720"/>
              <a:gd name="connsiteX16" fmla="*/ 1753113 w 2459973"/>
              <a:gd name="connsiteY16" fmla="*/ 0 h 141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59973" h="1413720">
                <a:moveTo>
                  <a:pt x="1753113" y="0"/>
                </a:moveTo>
                <a:lnTo>
                  <a:pt x="706722" y="0"/>
                </a:lnTo>
                <a:cubicBezTo>
                  <a:pt x="349212" y="0"/>
                  <a:pt x="52969" y="266922"/>
                  <a:pt x="6500" y="611985"/>
                </a:cubicBezTo>
                <a:cubicBezTo>
                  <a:pt x="2351" y="642965"/>
                  <a:pt x="0" y="674636"/>
                  <a:pt x="0" y="706860"/>
                </a:cubicBezTo>
                <a:cubicBezTo>
                  <a:pt x="0" y="857609"/>
                  <a:pt x="47576" y="997432"/>
                  <a:pt x="128344" y="1112361"/>
                </a:cubicBezTo>
                <a:lnTo>
                  <a:pt x="352255" y="950272"/>
                </a:lnTo>
                <a:cubicBezTo>
                  <a:pt x="304540" y="880982"/>
                  <a:pt x="276465" y="797171"/>
                  <a:pt x="276465" y="706860"/>
                </a:cubicBezTo>
                <a:cubicBezTo>
                  <a:pt x="276465" y="674221"/>
                  <a:pt x="280199" y="642550"/>
                  <a:pt x="287114" y="611985"/>
                </a:cubicBezTo>
                <a:cubicBezTo>
                  <a:pt x="330403" y="420299"/>
                  <a:pt x="502035" y="276604"/>
                  <a:pt x="706722" y="276604"/>
                </a:cubicBezTo>
                <a:lnTo>
                  <a:pt x="1753113" y="276604"/>
                </a:lnTo>
                <a:cubicBezTo>
                  <a:pt x="1990301" y="276604"/>
                  <a:pt x="2183370" y="469535"/>
                  <a:pt x="2183370" y="706860"/>
                </a:cubicBezTo>
                <a:cubicBezTo>
                  <a:pt x="2183370" y="944186"/>
                  <a:pt x="1990439" y="1137117"/>
                  <a:pt x="1753113" y="1137117"/>
                </a:cubicBezTo>
                <a:lnTo>
                  <a:pt x="1134489" y="1137117"/>
                </a:lnTo>
                <a:lnTo>
                  <a:pt x="1134489" y="1413721"/>
                </a:lnTo>
                <a:lnTo>
                  <a:pt x="1753113" y="1413721"/>
                </a:lnTo>
                <a:cubicBezTo>
                  <a:pt x="2142848" y="1413721"/>
                  <a:pt x="2459974" y="1096595"/>
                  <a:pt x="2459974" y="706860"/>
                </a:cubicBezTo>
                <a:cubicBezTo>
                  <a:pt x="2459974" y="317126"/>
                  <a:pt x="2142848" y="0"/>
                  <a:pt x="1753113" y="0"/>
                </a:cubicBezTo>
                <a:close/>
              </a:path>
            </a:pathLst>
          </a:custGeom>
          <a:gradFill>
            <a:gsLst>
              <a:gs pos="59000">
                <a:schemeClr val="accent5"/>
              </a:gs>
              <a:gs pos="100000">
                <a:schemeClr val="accent4"/>
              </a:gs>
            </a:gsLst>
            <a:lin ang="0" scaled="1"/>
          </a:gradFill>
          <a:ln w="13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C3670C8-9FF5-8079-4712-410870CA8D70}"/>
              </a:ext>
            </a:extLst>
          </p:cNvPr>
          <p:cNvSpPr/>
          <p:nvPr/>
        </p:nvSpPr>
        <p:spPr>
          <a:xfrm>
            <a:off x="3758316" y="3185084"/>
            <a:ext cx="2805271" cy="1612068"/>
          </a:xfrm>
          <a:custGeom>
            <a:avLst/>
            <a:gdLst>
              <a:gd name="connsiteX0" fmla="*/ 1753252 w 2460111"/>
              <a:gd name="connsiteY0" fmla="*/ 0 h 1413720"/>
              <a:gd name="connsiteX1" fmla="*/ 1032284 w 2460111"/>
              <a:gd name="connsiteY1" fmla="*/ 0 h 1413720"/>
              <a:gd name="connsiteX2" fmla="*/ 1032284 w 2460111"/>
              <a:gd name="connsiteY2" fmla="*/ 276604 h 1413720"/>
              <a:gd name="connsiteX3" fmla="*/ 1753252 w 2460111"/>
              <a:gd name="connsiteY3" fmla="*/ 276604 h 1413720"/>
              <a:gd name="connsiteX4" fmla="*/ 2183509 w 2460111"/>
              <a:gd name="connsiteY4" fmla="*/ 706860 h 1413720"/>
              <a:gd name="connsiteX5" fmla="*/ 1753252 w 2460111"/>
              <a:gd name="connsiteY5" fmla="*/ 1137117 h 1413720"/>
              <a:gd name="connsiteX6" fmla="*/ 706860 w 2460111"/>
              <a:gd name="connsiteY6" fmla="*/ 1137117 h 1413720"/>
              <a:gd name="connsiteX7" fmla="*/ 292647 w 2460111"/>
              <a:gd name="connsiteY7" fmla="*/ 822757 h 1413720"/>
              <a:gd name="connsiteX8" fmla="*/ 276604 w 2460111"/>
              <a:gd name="connsiteY8" fmla="*/ 706860 h 1413720"/>
              <a:gd name="connsiteX9" fmla="*/ 399969 w 2460111"/>
              <a:gd name="connsiteY9" fmla="*/ 405777 h 1413720"/>
              <a:gd name="connsiteX10" fmla="*/ 175643 w 2460111"/>
              <a:gd name="connsiteY10" fmla="*/ 241337 h 1413720"/>
              <a:gd name="connsiteX11" fmla="*/ 0 w 2460111"/>
              <a:gd name="connsiteY11" fmla="*/ 706860 h 1413720"/>
              <a:gd name="connsiteX12" fmla="*/ 9681 w 2460111"/>
              <a:gd name="connsiteY12" fmla="*/ 822757 h 1413720"/>
              <a:gd name="connsiteX13" fmla="*/ 706860 w 2460111"/>
              <a:gd name="connsiteY13" fmla="*/ 1413721 h 1413720"/>
              <a:gd name="connsiteX14" fmla="*/ 1753252 w 2460111"/>
              <a:gd name="connsiteY14" fmla="*/ 1413721 h 1413720"/>
              <a:gd name="connsiteX15" fmla="*/ 2460112 w 2460111"/>
              <a:gd name="connsiteY15" fmla="*/ 706860 h 1413720"/>
              <a:gd name="connsiteX16" fmla="*/ 1753252 w 2460111"/>
              <a:gd name="connsiteY16" fmla="*/ 0 h 141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60111" h="1413720">
                <a:moveTo>
                  <a:pt x="1753252" y="0"/>
                </a:moveTo>
                <a:lnTo>
                  <a:pt x="1032284" y="0"/>
                </a:lnTo>
                <a:lnTo>
                  <a:pt x="1032284" y="276604"/>
                </a:lnTo>
                <a:lnTo>
                  <a:pt x="1753252" y="276604"/>
                </a:lnTo>
                <a:cubicBezTo>
                  <a:pt x="1990439" y="276604"/>
                  <a:pt x="2183509" y="469535"/>
                  <a:pt x="2183509" y="706860"/>
                </a:cubicBezTo>
                <a:cubicBezTo>
                  <a:pt x="2183509" y="944186"/>
                  <a:pt x="1990577" y="1137117"/>
                  <a:pt x="1753252" y="1137117"/>
                </a:cubicBezTo>
                <a:lnTo>
                  <a:pt x="706860" y="1137117"/>
                </a:lnTo>
                <a:cubicBezTo>
                  <a:pt x="509780" y="1137117"/>
                  <a:pt x="343403" y="1003933"/>
                  <a:pt x="292647" y="822757"/>
                </a:cubicBezTo>
                <a:cubicBezTo>
                  <a:pt x="282274" y="785831"/>
                  <a:pt x="276604" y="746968"/>
                  <a:pt x="276604" y="706860"/>
                </a:cubicBezTo>
                <a:cubicBezTo>
                  <a:pt x="276604" y="589719"/>
                  <a:pt x="323765" y="483365"/>
                  <a:pt x="399969" y="405777"/>
                </a:cubicBezTo>
                <a:lnTo>
                  <a:pt x="175643" y="241337"/>
                </a:lnTo>
                <a:cubicBezTo>
                  <a:pt x="66385" y="365808"/>
                  <a:pt x="0" y="528728"/>
                  <a:pt x="0" y="706860"/>
                </a:cubicBezTo>
                <a:cubicBezTo>
                  <a:pt x="0" y="746276"/>
                  <a:pt x="3458" y="785001"/>
                  <a:pt x="9681" y="822757"/>
                </a:cubicBezTo>
                <a:cubicBezTo>
                  <a:pt x="65140" y="1157586"/>
                  <a:pt x="356542" y="1413721"/>
                  <a:pt x="706860" y="1413721"/>
                </a:cubicBezTo>
                <a:lnTo>
                  <a:pt x="1753252" y="1413721"/>
                </a:lnTo>
                <a:cubicBezTo>
                  <a:pt x="2142986" y="1413721"/>
                  <a:pt x="2460112" y="1096595"/>
                  <a:pt x="2460112" y="706860"/>
                </a:cubicBezTo>
                <a:cubicBezTo>
                  <a:pt x="2460112" y="317126"/>
                  <a:pt x="2142986" y="0"/>
                  <a:pt x="1753252" y="0"/>
                </a:cubicBezTo>
                <a:close/>
              </a:path>
            </a:pathLst>
          </a:custGeom>
          <a:gradFill>
            <a:gsLst>
              <a:gs pos="59000">
                <a:schemeClr val="accent5"/>
              </a:gs>
              <a:gs pos="100000">
                <a:schemeClr val="accent4"/>
              </a:gs>
            </a:gsLst>
            <a:lin ang="0" scaled="1"/>
          </a:gradFill>
          <a:ln w="13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034C72-85BC-29B0-F5DB-64E40871C0BC}"/>
              </a:ext>
            </a:extLst>
          </p:cNvPr>
          <p:cNvSpPr/>
          <p:nvPr/>
        </p:nvSpPr>
        <p:spPr>
          <a:xfrm>
            <a:off x="1904800" y="2660239"/>
            <a:ext cx="2805271" cy="1612068"/>
          </a:xfrm>
          <a:custGeom>
            <a:avLst/>
            <a:gdLst>
              <a:gd name="connsiteX0" fmla="*/ 1753252 w 2460111"/>
              <a:gd name="connsiteY0" fmla="*/ 1413583 h 1413720"/>
              <a:gd name="connsiteX1" fmla="*/ 706860 w 2460111"/>
              <a:gd name="connsiteY1" fmla="*/ 1413583 h 1413720"/>
              <a:gd name="connsiteX2" fmla="*/ 0 w 2460111"/>
              <a:gd name="connsiteY2" fmla="*/ 706860 h 1413720"/>
              <a:gd name="connsiteX3" fmla="*/ 706860 w 2460111"/>
              <a:gd name="connsiteY3" fmla="*/ 0 h 1413720"/>
              <a:gd name="connsiteX4" fmla="*/ 1753252 w 2460111"/>
              <a:gd name="connsiteY4" fmla="*/ 0 h 1413720"/>
              <a:gd name="connsiteX5" fmla="*/ 2460112 w 2460111"/>
              <a:gd name="connsiteY5" fmla="*/ 706860 h 1413720"/>
              <a:gd name="connsiteX6" fmla="*/ 1753252 w 2460111"/>
              <a:gd name="connsiteY6" fmla="*/ 1413721 h 1413720"/>
              <a:gd name="connsiteX7" fmla="*/ 706860 w 2460111"/>
              <a:gd name="connsiteY7" fmla="*/ 276604 h 1413720"/>
              <a:gd name="connsiteX8" fmla="*/ 276604 w 2460111"/>
              <a:gd name="connsiteY8" fmla="*/ 706860 h 1413720"/>
              <a:gd name="connsiteX9" fmla="*/ 706860 w 2460111"/>
              <a:gd name="connsiteY9" fmla="*/ 1137117 h 1413720"/>
              <a:gd name="connsiteX10" fmla="*/ 1753252 w 2460111"/>
              <a:gd name="connsiteY10" fmla="*/ 1137117 h 1413720"/>
              <a:gd name="connsiteX11" fmla="*/ 2183509 w 2460111"/>
              <a:gd name="connsiteY11" fmla="*/ 706860 h 1413720"/>
              <a:gd name="connsiteX12" fmla="*/ 1753252 w 2460111"/>
              <a:gd name="connsiteY12" fmla="*/ 276604 h 1413720"/>
              <a:gd name="connsiteX13" fmla="*/ 706860 w 2460111"/>
              <a:gd name="connsiteY13" fmla="*/ 276604 h 141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60111" h="1413720">
                <a:moveTo>
                  <a:pt x="1753252" y="1413583"/>
                </a:moveTo>
                <a:lnTo>
                  <a:pt x="706860" y="1413583"/>
                </a:lnTo>
                <a:cubicBezTo>
                  <a:pt x="317126" y="1413583"/>
                  <a:pt x="0" y="1096595"/>
                  <a:pt x="0" y="706860"/>
                </a:cubicBezTo>
                <a:cubicBezTo>
                  <a:pt x="0" y="317126"/>
                  <a:pt x="317126" y="0"/>
                  <a:pt x="706860" y="0"/>
                </a:cubicBezTo>
                <a:lnTo>
                  <a:pt x="1753252" y="0"/>
                </a:lnTo>
                <a:cubicBezTo>
                  <a:pt x="2142986" y="0"/>
                  <a:pt x="2460112" y="317126"/>
                  <a:pt x="2460112" y="706860"/>
                </a:cubicBezTo>
                <a:cubicBezTo>
                  <a:pt x="2460112" y="1096595"/>
                  <a:pt x="2142986" y="1413721"/>
                  <a:pt x="1753252" y="1413721"/>
                </a:cubicBezTo>
                <a:close/>
                <a:moveTo>
                  <a:pt x="706860" y="276604"/>
                </a:moveTo>
                <a:cubicBezTo>
                  <a:pt x="469673" y="276604"/>
                  <a:pt x="276604" y="469535"/>
                  <a:pt x="276604" y="706860"/>
                </a:cubicBezTo>
                <a:cubicBezTo>
                  <a:pt x="276604" y="944186"/>
                  <a:pt x="469535" y="1137117"/>
                  <a:pt x="706860" y="1137117"/>
                </a:cubicBezTo>
                <a:lnTo>
                  <a:pt x="1753252" y="1137117"/>
                </a:lnTo>
                <a:cubicBezTo>
                  <a:pt x="1990439" y="1137117"/>
                  <a:pt x="2183509" y="944186"/>
                  <a:pt x="2183509" y="706860"/>
                </a:cubicBezTo>
                <a:cubicBezTo>
                  <a:pt x="2183509" y="469535"/>
                  <a:pt x="1990577" y="276604"/>
                  <a:pt x="1753252" y="276604"/>
                </a:cubicBezTo>
                <a:lnTo>
                  <a:pt x="706860" y="276604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4"/>
              </a:gs>
            </a:gsLst>
            <a:lin ang="0" scaled="1"/>
            <a:tileRect/>
          </a:gradFill>
          <a:ln w="13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A61208A-769E-4582-430D-51B3A569763C}"/>
              </a:ext>
            </a:extLst>
          </p:cNvPr>
          <p:cNvSpPr/>
          <p:nvPr/>
        </p:nvSpPr>
        <p:spPr>
          <a:xfrm>
            <a:off x="3812883" y="3185084"/>
            <a:ext cx="1201561" cy="586822"/>
          </a:xfrm>
          <a:custGeom>
            <a:avLst/>
            <a:gdLst>
              <a:gd name="connsiteX0" fmla="*/ 659008 w 1053721"/>
              <a:gd name="connsiteY0" fmla="*/ 0 h 514620"/>
              <a:gd name="connsiteX1" fmla="*/ 127929 w 1053721"/>
              <a:gd name="connsiteY1" fmla="*/ 241198 h 514620"/>
              <a:gd name="connsiteX2" fmla="*/ 0 w 1053721"/>
              <a:gd name="connsiteY2" fmla="*/ 451694 h 514620"/>
              <a:gd name="connsiteX3" fmla="*/ 274391 w 1053721"/>
              <a:gd name="connsiteY3" fmla="*/ 514621 h 514620"/>
              <a:gd name="connsiteX4" fmla="*/ 352255 w 1053721"/>
              <a:gd name="connsiteY4" fmla="*/ 405639 h 514620"/>
              <a:gd name="connsiteX5" fmla="*/ 659146 w 1053721"/>
              <a:gd name="connsiteY5" fmla="*/ 276604 h 514620"/>
              <a:gd name="connsiteX6" fmla="*/ 1053721 w 1053721"/>
              <a:gd name="connsiteY6" fmla="*/ 276604 h 514620"/>
              <a:gd name="connsiteX7" fmla="*/ 1053721 w 1053721"/>
              <a:gd name="connsiteY7" fmla="*/ 0 h 514620"/>
              <a:gd name="connsiteX8" fmla="*/ 659146 w 1053721"/>
              <a:gd name="connsiteY8" fmla="*/ 0 h 51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3721" h="514620">
                <a:moveTo>
                  <a:pt x="659008" y="0"/>
                </a:moveTo>
                <a:cubicBezTo>
                  <a:pt x="447545" y="0"/>
                  <a:pt x="257518" y="93492"/>
                  <a:pt x="127929" y="241198"/>
                </a:cubicBezTo>
                <a:cubicBezTo>
                  <a:pt x="73853" y="302881"/>
                  <a:pt x="30288" y="373968"/>
                  <a:pt x="0" y="451694"/>
                </a:cubicBezTo>
                <a:lnTo>
                  <a:pt x="274391" y="514621"/>
                </a:lnTo>
                <a:cubicBezTo>
                  <a:pt x="294583" y="474375"/>
                  <a:pt x="320860" y="437587"/>
                  <a:pt x="352255" y="405639"/>
                </a:cubicBezTo>
                <a:cubicBezTo>
                  <a:pt x="430395" y="326116"/>
                  <a:pt x="539100" y="276604"/>
                  <a:pt x="659146" y="276604"/>
                </a:cubicBezTo>
                <a:lnTo>
                  <a:pt x="1053721" y="276604"/>
                </a:lnTo>
                <a:lnTo>
                  <a:pt x="1053721" y="0"/>
                </a:lnTo>
                <a:lnTo>
                  <a:pt x="659146" y="0"/>
                </a:lnTo>
                <a:close/>
              </a:path>
            </a:pathLst>
          </a:custGeom>
          <a:solidFill>
            <a:schemeClr val="accent5"/>
          </a:solidFill>
          <a:ln w="13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1DB7AB5-BBDD-E796-6659-CCCAB3E4A40C}"/>
              </a:ext>
            </a:extLst>
          </p:cNvPr>
          <p:cNvSpPr/>
          <p:nvPr/>
        </p:nvSpPr>
        <p:spPr>
          <a:xfrm>
            <a:off x="7533321" y="3185084"/>
            <a:ext cx="1201561" cy="586822"/>
          </a:xfrm>
          <a:custGeom>
            <a:avLst/>
            <a:gdLst>
              <a:gd name="connsiteX0" fmla="*/ 659008 w 1053721"/>
              <a:gd name="connsiteY0" fmla="*/ 0 h 514620"/>
              <a:gd name="connsiteX1" fmla="*/ 127929 w 1053721"/>
              <a:gd name="connsiteY1" fmla="*/ 241198 h 514620"/>
              <a:gd name="connsiteX2" fmla="*/ 0 w 1053721"/>
              <a:gd name="connsiteY2" fmla="*/ 451694 h 514620"/>
              <a:gd name="connsiteX3" fmla="*/ 274391 w 1053721"/>
              <a:gd name="connsiteY3" fmla="*/ 514621 h 514620"/>
              <a:gd name="connsiteX4" fmla="*/ 352255 w 1053721"/>
              <a:gd name="connsiteY4" fmla="*/ 405639 h 514620"/>
              <a:gd name="connsiteX5" fmla="*/ 659146 w 1053721"/>
              <a:gd name="connsiteY5" fmla="*/ 276604 h 514620"/>
              <a:gd name="connsiteX6" fmla="*/ 1053721 w 1053721"/>
              <a:gd name="connsiteY6" fmla="*/ 276604 h 514620"/>
              <a:gd name="connsiteX7" fmla="*/ 1053721 w 1053721"/>
              <a:gd name="connsiteY7" fmla="*/ 0 h 514620"/>
              <a:gd name="connsiteX8" fmla="*/ 659146 w 1053721"/>
              <a:gd name="connsiteY8" fmla="*/ 0 h 51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3721" h="514620">
                <a:moveTo>
                  <a:pt x="659008" y="0"/>
                </a:moveTo>
                <a:cubicBezTo>
                  <a:pt x="447545" y="0"/>
                  <a:pt x="257518" y="93492"/>
                  <a:pt x="127929" y="241198"/>
                </a:cubicBezTo>
                <a:cubicBezTo>
                  <a:pt x="73853" y="302881"/>
                  <a:pt x="30288" y="373968"/>
                  <a:pt x="0" y="451694"/>
                </a:cubicBezTo>
                <a:lnTo>
                  <a:pt x="274391" y="514621"/>
                </a:lnTo>
                <a:cubicBezTo>
                  <a:pt x="294583" y="474375"/>
                  <a:pt x="320860" y="437587"/>
                  <a:pt x="352255" y="405639"/>
                </a:cubicBezTo>
                <a:cubicBezTo>
                  <a:pt x="430395" y="326116"/>
                  <a:pt x="539100" y="276604"/>
                  <a:pt x="659146" y="276604"/>
                </a:cubicBezTo>
                <a:lnTo>
                  <a:pt x="1053721" y="276604"/>
                </a:lnTo>
                <a:lnTo>
                  <a:pt x="1053721" y="0"/>
                </a:lnTo>
                <a:lnTo>
                  <a:pt x="659146" y="0"/>
                </a:lnTo>
                <a:close/>
              </a:path>
            </a:pathLst>
          </a:custGeom>
          <a:solidFill>
            <a:schemeClr val="accent5"/>
          </a:solidFill>
          <a:ln w="13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905C202-C797-2F70-0138-92582F001D4D}"/>
              </a:ext>
            </a:extLst>
          </p:cNvPr>
          <p:cNvSpPr/>
          <p:nvPr/>
        </p:nvSpPr>
        <p:spPr>
          <a:xfrm>
            <a:off x="5684062" y="3664194"/>
            <a:ext cx="1300599" cy="608113"/>
          </a:xfrm>
          <a:custGeom>
            <a:avLst/>
            <a:gdLst>
              <a:gd name="connsiteX0" fmla="*/ 643518 w 1140574"/>
              <a:gd name="connsiteY0" fmla="*/ 256550 h 533291"/>
              <a:gd name="connsiteX1" fmla="*/ 289051 w 1140574"/>
              <a:gd name="connsiteY1" fmla="*/ 69842 h 533291"/>
              <a:gd name="connsiteX2" fmla="*/ 250326 w 1140574"/>
              <a:gd name="connsiteY2" fmla="*/ 0 h 533291"/>
              <a:gd name="connsiteX3" fmla="*/ 0 w 1140574"/>
              <a:gd name="connsiteY3" fmla="*/ 118110 h 533291"/>
              <a:gd name="connsiteX4" fmla="*/ 65140 w 1140574"/>
              <a:gd name="connsiteY4" fmla="*/ 231932 h 533291"/>
              <a:gd name="connsiteX5" fmla="*/ 643518 w 1140574"/>
              <a:gd name="connsiteY5" fmla="*/ 533292 h 533291"/>
              <a:gd name="connsiteX6" fmla="*/ 1140575 w 1140574"/>
              <a:gd name="connsiteY6" fmla="*/ 533292 h 533291"/>
              <a:gd name="connsiteX7" fmla="*/ 1140575 w 1140574"/>
              <a:gd name="connsiteY7" fmla="*/ 256688 h 533291"/>
              <a:gd name="connsiteX8" fmla="*/ 643518 w 1140574"/>
              <a:gd name="connsiteY8" fmla="*/ 256688 h 533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0574" h="533291">
                <a:moveTo>
                  <a:pt x="643518" y="256550"/>
                </a:moveTo>
                <a:cubicBezTo>
                  <a:pt x="496642" y="256550"/>
                  <a:pt x="366776" y="182558"/>
                  <a:pt x="289051" y="69842"/>
                </a:cubicBezTo>
                <a:cubicBezTo>
                  <a:pt x="273976" y="47991"/>
                  <a:pt x="261114" y="24479"/>
                  <a:pt x="250326" y="0"/>
                </a:cubicBezTo>
                <a:lnTo>
                  <a:pt x="0" y="118110"/>
                </a:lnTo>
                <a:cubicBezTo>
                  <a:pt x="18256" y="158217"/>
                  <a:pt x="40107" y="196250"/>
                  <a:pt x="65140" y="231932"/>
                </a:cubicBezTo>
                <a:cubicBezTo>
                  <a:pt x="193069" y="413937"/>
                  <a:pt x="404671" y="533292"/>
                  <a:pt x="643518" y="533292"/>
                </a:cubicBezTo>
                <a:lnTo>
                  <a:pt x="1140575" y="533292"/>
                </a:lnTo>
                <a:lnTo>
                  <a:pt x="1140575" y="256688"/>
                </a:lnTo>
                <a:lnTo>
                  <a:pt x="643518" y="256688"/>
                </a:lnTo>
                <a:close/>
              </a:path>
            </a:pathLst>
          </a:custGeom>
          <a:solidFill>
            <a:schemeClr val="accent5"/>
          </a:solidFill>
          <a:ln w="13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BB15B2-8FAC-61FA-BF46-721DC634909A}"/>
              </a:ext>
            </a:extLst>
          </p:cNvPr>
          <p:cNvGrpSpPr/>
          <p:nvPr/>
        </p:nvGrpSpPr>
        <p:grpSpPr>
          <a:xfrm>
            <a:off x="2224669" y="1412776"/>
            <a:ext cx="2165532" cy="885135"/>
            <a:chOff x="8830716" y="2326881"/>
            <a:chExt cx="2375160" cy="88513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2243E9-7A55-C0D4-ED7F-8F2EC4F7C168}"/>
                </a:ext>
              </a:extLst>
            </p:cNvPr>
            <p:cNvSpPr txBox="1"/>
            <p:nvPr/>
          </p:nvSpPr>
          <p:spPr>
            <a:xfrm>
              <a:off x="8830716" y="2700360"/>
              <a:ext cx="2375160" cy="511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D69B71-EDBF-4469-CF94-C1D11ED313C4}"/>
                </a:ext>
              </a:extLst>
            </p:cNvPr>
            <p:cNvSpPr txBox="1"/>
            <p:nvPr/>
          </p:nvSpPr>
          <p:spPr>
            <a:xfrm>
              <a:off x="8830716" y="2326881"/>
              <a:ext cx="2375160" cy="3060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Segoe UI Black" panose="020B0A02040204020203" pitchFamily="34" charset="0"/>
                  <a:cs typeface="Segoe UI Light" panose="020B0502040204020203" pitchFamily="34" charset="0"/>
                </a:rPr>
                <a:t>Step 01</a:t>
              </a:r>
              <a:endPara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661626-DE1E-19BE-5F57-B2EB49B459B6}"/>
              </a:ext>
            </a:extLst>
          </p:cNvPr>
          <p:cNvGrpSpPr/>
          <p:nvPr/>
        </p:nvGrpSpPr>
        <p:grpSpPr>
          <a:xfrm>
            <a:off x="4078185" y="5208161"/>
            <a:ext cx="2165532" cy="885135"/>
            <a:chOff x="8830716" y="2326881"/>
            <a:chExt cx="2375160" cy="88513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BC8203-0628-07A0-CDB2-265A6744682B}"/>
                </a:ext>
              </a:extLst>
            </p:cNvPr>
            <p:cNvSpPr txBox="1"/>
            <p:nvPr/>
          </p:nvSpPr>
          <p:spPr>
            <a:xfrm>
              <a:off x="8830716" y="2700360"/>
              <a:ext cx="2375160" cy="511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88A2CB-D3A9-4D4E-38B6-5572ADE3E41C}"/>
                </a:ext>
              </a:extLst>
            </p:cNvPr>
            <p:cNvSpPr txBox="1"/>
            <p:nvPr/>
          </p:nvSpPr>
          <p:spPr>
            <a:xfrm>
              <a:off x="8830716" y="2326881"/>
              <a:ext cx="2375160" cy="3060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Segoe UI Black" panose="020B0A02040204020203" pitchFamily="34" charset="0"/>
                  <a:cs typeface="Segoe UI Light" panose="020B0502040204020203" pitchFamily="34" charset="0"/>
                </a:rPr>
                <a:t>Step 02</a:t>
              </a:r>
              <a:endPara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17CA89-7A5A-23E7-CFC1-9AF3C329BB56}"/>
              </a:ext>
            </a:extLst>
          </p:cNvPr>
          <p:cNvGrpSpPr/>
          <p:nvPr/>
        </p:nvGrpSpPr>
        <p:grpSpPr>
          <a:xfrm>
            <a:off x="5931780" y="1412776"/>
            <a:ext cx="2165532" cy="885135"/>
            <a:chOff x="8830716" y="2326881"/>
            <a:chExt cx="2375160" cy="88513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686EDC-6872-EF20-DD50-89AE778DB4D4}"/>
                </a:ext>
              </a:extLst>
            </p:cNvPr>
            <p:cNvSpPr txBox="1"/>
            <p:nvPr/>
          </p:nvSpPr>
          <p:spPr>
            <a:xfrm>
              <a:off x="8830716" y="2700360"/>
              <a:ext cx="2375160" cy="511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54872E-3C54-C8B3-D5E0-6AE2A13A3BF7}"/>
                </a:ext>
              </a:extLst>
            </p:cNvPr>
            <p:cNvSpPr txBox="1"/>
            <p:nvPr/>
          </p:nvSpPr>
          <p:spPr>
            <a:xfrm>
              <a:off x="8830716" y="2326881"/>
              <a:ext cx="2375160" cy="3060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Segoe UI Black" panose="020B0A02040204020203" pitchFamily="34" charset="0"/>
                  <a:cs typeface="Segoe UI Light" panose="020B0502040204020203" pitchFamily="34" charset="0"/>
                </a:rPr>
                <a:t>Step 03</a:t>
              </a:r>
              <a:endPara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81C092D-1260-B83C-47FD-B28C104C87D1}"/>
              </a:ext>
            </a:extLst>
          </p:cNvPr>
          <p:cNvGrpSpPr/>
          <p:nvPr/>
        </p:nvGrpSpPr>
        <p:grpSpPr>
          <a:xfrm>
            <a:off x="7798623" y="5208161"/>
            <a:ext cx="2165532" cy="885135"/>
            <a:chOff x="8830716" y="2326881"/>
            <a:chExt cx="2375160" cy="88513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C6BEAA-B949-C9C9-AF46-68FE34958AE4}"/>
                </a:ext>
              </a:extLst>
            </p:cNvPr>
            <p:cNvSpPr txBox="1"/>
            <p:nvPr/>
          </p:nvSpPr>
          <p:spPr>
            <a:xfrm>
              <a:off x="8830716" y="2700360"/>
              <a:ext cx="2375160" cy="511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This is a sample text. Insert your desired text here.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8ACF08-A955-0706-5097-2522C3333E73}"/>
                </a:ext>
              </a:extLst>
            </p:cNvPr>
            <p:cNvSpPr txBox="1"/>
            <p:nvPr/>
          </p:nvSpPr>
          <p:spPr>
            <a:xfrm>
              <a:off x="8830716" y="2326881"/>
              <a:ext cx="2375160" cy="3060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Segoe UI Black" panose="020B0A02040204020203" pitchFamily="34" charset="0"/>
                  <a:cs typeface="Segoe UI Light" panose="020B0502040204020203" pitchFamily="34" charset="0"/>
                </a:rPr>
                <a:t>Step 04</a:t>
              </a:r>
              <a:endParaRPr lang="en-IN" sz="1800" b="1" dirty="0">
                <a:solidFill>
                  <a:schemeClr val="tx1">
                    <a:lumMod val="85000"/>
                    <a:lumOff val="1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sp>
        <p:nvSpPr>
          <p:cNvPr id="2" name="Graphic 43" descr="Handshake outline">
            <a:extLst>
              <a:ext uri="{FF2B5EF4-FFF2-40B4-BE49-F238E27FC236}">
                <a16:creationId xmlns:a16="http://schemas.microsoft.com/office/drawing/2014/main" id="{CE4577F3-5EBE-7988-792E-3975698E27AB}"/>
              </a:ext>
            </a:extLst>
          </p:cNvPr>
          <p:cNvSpPr/>
          <p:nvPr/>
        </p:nvSpPr>
        <p:spPr>
          <a:xfrm>
            <a:off x="2950179" y="3244318"/>
            <a:ext cx="713736" cy="439401"/>
          </a:xfrm>
          <a:custGeom>
            <a:avLst/>
            <a:gdLst>
              <a:gd name="connsiteX0" fmla="*/ 706762 w 713736"/>
              <a:gd name="connsiteY0" fmla="*/ 158866 h 439401"/>
              <a:gd name="connsiteX1" fmla="*/ 619192 w 713736"/>
              <a:gd name="connsiteY1" fmla="*/ 13174 h 439401"/>
              <a:gd name="connsiteX2" fmla="*/ 611442 w 713736"/>
              <a:gd name="connsiteY2" fmla="*/ 0 h 439401"/>
              <a:gd name="connsiteX3" fmla="*/ 598268 w 713736"/>
              <a:gd name="connsiteY3" fmla="*/ 8525 h 439401"/>
              <a:gd name="connsiteX4" fmla="*/ 539371 w 713736"/>
              <a:gd name="connsiteY4" fmla="*/ 44948 h 439401"/>
              <a:gd name="connsiteX5" fmla="*/ 524647 w 713736"/>
              <a:gd name="connsiteY5" fmla="*/ 63547 h 439401"/>
              <a:gd name="connsiteX6" fmla="*/ 525422 w 713736"/>
              <a:gd name="connsiteY6" fmla="*/ 80596 h 439401"/>
              <a:gd name="connsiteX7" fmla="*/ 475824 w 713736"/>
              <a:gd name="connsiteY7" fmla="*/ 89120 h 439401"/>
              <a:gd name="connsiteX8" fmla="*/ 406853 w 713736"/>
              <a:gd name="connsiteY8" fmla="*/ 77496 h 439401"/>
              <a:gd name="connsiteX9" fmla="*/ 372755 w 713736"/>
              <a:gd name="connsiteY9" fmla="*/ 69746 h 439401"/>
              <a:gd name="connsiteX10" fmla="*/ 371205 w 713736"/>
              <a:gd name="connsiteY10" fmla="*/ 69746 h 439401"/>
              <a:gd name="connsiteX11" fmla="*/ 371205 w 713736"/>
              <a:gd name="connsiteY11" fmla="*/ 69746 h 439401"/>
              <a:gd name="connsiteX12" fmla="*/ 369655 w 713736"/>
              <a:gd name="connsiteY12" fmla="*/ 69746 h 439401"/>
              <a:gd name="connsiteX13" fmla="*/ 368105 w 713736"/>
              <a:gd name="connsiteY13" fmla="*/ 69746 h 439401"/>
              <a:gd name="connsiteX14" fmla="*/ 366555 w 713736"/>
              <a:gd name="connsiteY14" fmla="*/ 69746 h 439401"/>
              <a:gd name="connsiteX15" fmla="*/ 362681 w 713736"/>
              <a:gd name="connsiteY15" fmla="*/ 69746 h 439401"/>
              <a:gd name="connsiteX16" fmla="*/ 362681 w 713736"/>
              <a:gd name="connsiteY16" fmla="*/ 69746 h 439401"/>
              <a:gd name="connsiteX17" fmla="*/ 327807 w 713736"/>
              <a:gd name="connsiteY17" fmla="*/ 85245 h 439401"/>
              <a:gd name="connsiteX18" fmla="*/ 321608 w 713736"/>
              <a:gd name="connsiteY18" fmla="*/ 92220 h 439401"/>
              <a:gd name="connsiteX19" fmla="*/ 289834 w 713736"/>
              <a:gd name="connsiteY19" fmla="*/ 86020 h 439401"/>
              <a:gd name="connsiteX20" fmla="*/ 283635 w 713736"/>
              <a:gd name="connsiteY20" fmla="*/ 86020 h 439401"/>
              <a:gd name="connsiteX21" fmla="*/ 270460 w 713736"/>
              <a:gd name="connsiteY21" fmla="*/ 86795 h 439401"/>
              <a:gd name="connsiteX22" fmla="*/ 240237 w 713736"/>
              <a:gd name="connsiteY22" fmla="*/ 88345 h 439401"/>
              <a:gd name="connsiteX23" fmla="*/ 190640 w 713736"/>
              <a:gd name="connsiteY23" fmla="*/ 78271 h 439401"/>
              <a:gd name="connsiteX24" fmla="*/ 190640 w 713736"/>
              <a:gd name="connsiteY24" fmla="*/ 63547 h 439401"/>
              <a:gd name="connsiteX25" fmla="*/ 175916 w 713736"/>
              <a:gd name="connsiteY25" fmla="*/ 44948 h 439401"/>
              <a:gd name="connsiteX26" fmla="*/ 117794 w 713736"/>
              <a:gd name="connsiteY26" fmla="*/ 8525 h 439401"/>
              <a:gd name="connsiteX27" fmla="*/ 104619 w 713736"/>
              <a:gd name="connsiteY27" fmla="*/ 0 h 439401"/>
              <a:gd name="connsiteX28" fmla="*/ 96870 w 713736"/>
              <a:gd name="connsiteY28" fmla="*/ 13174 h 439401"/>
              <a:gd name="connsiteX29" fmla="*/ 7750 w 713736"/>
              <a:gd name="connsiteY29" fmla="*/ 158866 h 439401"/>
              <a:gd name="connsiteX30" fmla="*/ 0 w 713736"/>
              <a:gd name="connsiteY30" fmla="*/ 172041 h 439401"/>
              <a:gd name="connsiteX31" fmla="*/ 13174 w 713736"/>
              <a:gd name="connsiteY31" fmla="*/ 179790 h 439401"/>
              <a:gd name="connsiteX32" fmla="*/ 72846 w 713736"/>
              <a:gd name="connsiteY32" fmla="*/ 216213 h 439401"/>
              <a:gd name="connsiteX33" fmla="*/ 106944 w 713736"/>
              <a:gd name="connsiteY33" fmla="*/ 214663 h 439401"/>
              <a:gd name="connsiteX34" fmla="*/ 157317 w 713736"/>
              <a:gd name="connsiteY34" fmla="*/ 273560 h 439401"/>
              <a:gd name="connsiteX35" fmla="*/ 158092 w 713736"/>
              <a:gd name="connsiteY35" fmla="*/ 275110 h 439401"/>
              <a:gd name="connsiteX36" fmla="*/ 159641 w 713736"/>
              <a:gd name="connsiteY36" fmla="*/ 275885 h 439401"/>
              <a:gd name="connsiteX37" fmla="*/ 159641 w 713736"/>
              <a:gd name="connsiteY37" fmla="*/ 275885 h 439401"/>
              <a:gd name="connsiteX38" fmla="*/ 148792 w 713736"/>
              <a:gd name="connsiteY38" fmla="*/ 288285 h 439401"/>
              <a:gd name="connsiteX39" fmla="*/ 151892 w 713736"/>
              <a:gd name="connsiteY39" fmla="*/ 342532 h 439401"/>
              <a:gd name="connsiteX40" fmla="*/ 151892 w 713736"/>
              <a:gd name="connsiteY40" fmla="*/ 342532 h 439401"/>
              <a:gd name="connsiteX41" fmla="*/ 151892 w 713736"/>
              <a:gd name="connsiteY41" fmla="*/ 342532 h 439401"/>
              <a:gd name="connsiteX42" fmla="*/ 176691 w 713736"/>
              <a:gd name="connsiteY42" fmla="*/ 351831 h 439401"/>
              <a:gd name="connsiteX43" fmla="*/ 181340 w 713736"/>
              <a:gd name="connsiteY43" fmla="*/ 351831 h 439401"/>
              <a:gd name="connsiteX44" fmla="*/ 196064 w 713736"/>
              <a:gd name="connsiteY44" fmla="*/ 346406 h 439401"/>
              <a:gd name="connsiteX45" fmla="*/ 208464 w 713736"/>
              <a:gd name="connsiteY45" fmla="*/ 371205 h 439401"/>
              <a:gd name="connsiteX46" fmla="*/ 208464 w 713736"/>
              <a:gd name="connsiteY46" fmla="*/ 371205 h 439401"/>
              <a:gd name="connsiteX47" fmla="*/ 208464 w 713736"/>
              <a:gd name="connsiteY47" fmla="*/ 371205 h 439401"/>
              <a:gd name="connsiteX48" fmla="*/ 233262 w 713736"/>
              <a:gd name="connsiteY48" fmla="*/ 380505 h 439401"/>
              <a:gd name="connsiteX49" fmla="*/ 236362 w 713736"/>
              <a:gd name="connsiteY49" fmla="*/ 380505 h 439401"/>
              <a:gd name="connsiteX50" fmla="*/ 247987 w 713736"/>
              <a:gd name="connsiteY50" fmla="*/ 378180 h 439401"/>
              <a:gd name="connsiteX51" fmla="*/ 259611 w 713736"/>
              <a:gd name="connsiteY51" fmla="*/ 400653 h 439401"/>
              <a:gd name="connsiteX52" fmla="*/ 259611 w 713736"/>
              <a:gd name="connsiteY52" fmla="*/ 400653 h 439401"/>
              <a:gd name="connsiteX53" fmla="*/ 259611 w 713736"/>
              <a:gd name="connsiteY53" fmla="*/ 400653 h 439401"/>
              <a:gd name="connsiteX54" fmla="*/ 281310 w 713736"/>
              <a:gd name="connsiteY54" fmla="*/ 409178 h 439401"/>
              <a:gd name="connsiteX55" fmla="*/ 285185 w 713736"/>
              <a:gd name="connsiteY55" fmla="*/ 409178 h 439401"/>
              <a:gd name="connsiteX56" fmla="*/ 299909 w 713736"/>
              <a:gd name="connsiteY56" fmla="*/ 404528 h 439401"/>
              <a:gd name="connsiteX57" fmla="*/ 309208 w 713736"/>
              <a:gd name="connsiteY57" fmla="*/ 419252 h 439401"/>
              <a:gd name="connsiteX58" fmla="*/ 331682 w 713736"/>
              <a:gd name="connsiteY58" fmla="*/ 427002 h 439401"/>
              <a:gd name="connsiteX59" fmla="*/ 333232 w 713736"/>
              <a:gd name="connsiteY59" fmla="*/ 427002 h 439401"/>
              <a:gd name="connsiteX60" fmla="*/ 334782 w 713736"/>
              <a:gd name="connsiteY60" fmla="*/ 427002 h 439401"/>
              <a:gd name="connsiteX61" fmla="*/ 347956 w 713736"/>
              <a:gd name="connsiteY61" fmla="*/ 421577 h 439401"/>
              <a:gd name="connsiteX62" fmla="*/ 348731 w 713736"/>
              <a:gd name="connsiteY62" fmla="*/ 422352 h 439401"/>
              <a:gd name="connsiteX63" fmla="*/ 359581 w 713736"/>
              <a:gd name="connsiteY63" fmla="*/ 430877 h 439401"/>
              <a:gd name="connsiteX64" fmla="*/ 360356 w 713736"/>
              <a:gd name="connsiteY64" fmla="*/ 431652 h 439401"/>
              <a:gd name="connsiteX65" fmla="*/ 361131 w 713736"/>
              <a:gd name="connsiteY65" fmla="*/ 432427 h 439401"/>
              <a:gd name="connsiteX66" fmla="*/ 384379 w 713736"/>
              <a:gd name="connsiteY66" fmla="*/ 439401 h 439401"/>
              <a:gd name="connsiteX67" fmla="*/ 389029 w 713736"/>
              <a:gd name="connsiteY67" fmla="*/ 439401 h 439401"/>
              <a:gd name="connsiteX68" fmla="*/ 429327 w 713736"/>
              <a:gd name="connsiteY68" fmla="*/ 405303 h 439401"/>
              <a:gd name="connsiteX69" fmla="*/ 464975 w 713736"/>
              <a:gd name="connsiteY69" fmla="*/ 371980 h 439401"/>
              <a:gd name="connsiteX70" fmla="*/ 500623 w 713736"/>
              <a:gd name="connsiteY70" fmla="*/ 337882 h 439401"/>
              <a:gd name="connsiteX71" fmla="*/ 503723 w 713736"/>
              <a:gd name="connsiteY71" fmla="*/ 337882 h 439401"/>
              <a:gd name="connsiteX72" fmla="*/ 545571 w 713736"/>
              <a:gd name="connsiteY72" fmla="*/ 289059 h 439401"/>
              <a:gd name="connsiteX73" fmla="*/ 545571 w 713736"/>
              <a:gd name="connsiteY73" fmla="*/ 283635 h 439401"/>
              <a:gd name="connsiteX74" fmla="*/ 551770 w 713736"/>
              <a:gd name="connsiteY74" fmla="*/ 275885 h 439401"/>
              <a:gd name="connsiteX75" fmla="*/ 605242 w 713736"/>
              <a:gd name="connsiteY75" fmla="*/ 213888 h 439401"/>
              <a:gd name="connsiteX76" fmla="*/ 640891 w 713736"/>
              <a:gd name="connsiteY76" fmla="*/ 215438 h 439401"/>
              <a:gd name="connsiteX77" fmla="*/ 700562 w 713736"/>
              <a:gd name="connsiteY77" fmla="*/ 179015 h 439401"/>
              <a:gd name="connsiteX78" fmla="*/ 713737 w 713736"/>
              <a:gd name="connsiteY78" fmla="*/ 171266 h 439401"/>
              <a:gd name="connsiteX79" fmla="*/ 706762 w 713736"/>
              <a:gd name="connsiteY79" fmla="*/ 158866 h 439401"/>
              <a:gd name="connsiteX80" fmla="*/ 80596 w 713736"/>
              <a:gd name="connsiteY80" fmla="*/ 203039 h 439401"/>
              <a:gd name="connsiteX81" fmla="*/ 20924 w 713736"/>
              <a:gd name="connsiteY81" fmla="*/ 166616 h 439401"/>
              <a:gd name="connsiteX82" fmla="*/ 109269 w 713736"/>
              <a:gd name="connsiteY82" fmla="*/ 20924 h 439401"/>
              <a:gd name="connsiteX83" fmla="*/ 168166 w 713736"/>
              <a:gd name="connsiteY83" fmla="*/ 57347 h 439401"/>
              <a:gd name="connsiteX84" fmla="*/ 175141 w 713736"/>
              <a:gd name="connsiteY84" fmla="*/ 74396 h 439401"/>
              <a:gd name="connsiteX85" fmla="*/ 170491 w 713736"/>
              <a:gd name="connsiteY85" fmla="*/ 82146 h 439401"/>
              <a:gd name="connsiteX86" fmla="*/ 103069 w 713736"/>
              <a:gd name="connsiteY86" fmla="*/ 193740 h 439401"/>
              <a:gd name="connsiteX87" fmla="*/ 98420 w 713736"/>
              <a:gd name="connsiteY87" fmla="*/ 200714 h 439401"/>
              <a:gd name="connsiteX88" fmla="*/ 88345 w 713736"/>
              <a:gd name="connsiteY88" fmla="*/ 204589 h 439401"/>
              <a:gd name="connsiteX89" fmla="*/ 80596 w 713736"/>
              <a:gd name="connsiteY89" fmla="*/ 203039 h 439401"/>
              <a:gd name="connsiteX90" fmla="*/ 179790 w 713736"/>
              <a:gd name="connsiteY90" fmla="*/ 336332 h 439401"/>
              <a:gd name="connsiteX91" fmla="*/ 177465 w 713736"/>
              <a:gd name="connsiteY91" fmla="*/ 336332 h 439401"/>
              <a:gd name="connsiteX92" fmla="*/ 154992 w 713736"/>
              <a:gd name="connsiteY92" fmla="*/ 313083 h 439401"/>
              <a:gd name="connsiteX93" fmla="*/ 160416 w 713736"/>
              <a:gd name="connsiteY93" fmla="*/ 298359 h 439401"/>
              <a:gd name="connsiteX94" fmla="*/ 201489 w 713736"/>
              <a:gd name="connsiteY94" fmla="*/ 251861 h 439401"/>
              <a:gd name="connsiteX95" fmla="*/ 219313 w 713736"/>
              <a:gd name="connsiteY95" fmla="*/ 244112 h 439401"/>
              <a:gd name="connsiteX96" fmla="*/ 234037 w 713736"/>
              <a:gd name="connsiteY96" fmla="*/ 249537 h 439401"/>
              <a:gd name="connsiteX97" fmla="*/ 236362 w 713736"/>
              <a:gd name="connsiteY97" fmla="*/ 282085 h 439401"/>
              <a:gd name="connsiteX98" fmla="*/ 195290 w 713736"/>
              <a:gd name="connsiteY98" fmla="*/ 328582 h 439401"/>
              <a:gd name="connsiteX99" fmla="*/ 179790 w 713736"/>
              <a:gd name="connsiteY99" fmla="*/ 336332 h 439401"/>
              <a:gd name="connsiteX100" fmla="*/ 237137 w 713736"/>
              <a:gd name="connsiteY100" fmla="*/ 365780 h 439401"/>
              <a:gd name="connsiteX101" fmla="*/ 234812 w 713736"/>
              <a:gd name="connsiteY101" fmla="*/ 365780 h 439401"/>
              <a:gd name="connsiteX102" fmla="*/ 212339 w 713736"/>
              <a:gd name="connsiteY102" fmla="*/ 342532 h 439401"/>
              <a:gd name="connsiteX103" fmla="*/ 217763 w 713736"/>
              <a:gd name="connsiteY103" fmla="*/ 327807 h 439401"/>
              <a:gd name="connsiteX104" fmla="*/ 253411 w 713736"/>
              <a:gd name="connsiteY104" fmla="*/ 286735 h 439401"/>
              <a:gd name="connsiteX105" fmla="*/ 271235 w 713736"/>
              <a:gd name="connsiteY105" fmla="*/ 278985 h 439401"/>
              <a:gd name="connsiteX106" fmla="*/ 285960 w 713736"/>
              <a:gd name="connsiteY106" fmla="*/ 284410 h 439401"/>
              <a:gd name="connsiteX107" fmla="*/ 288285 w 713736"/>
              <a:gd name="connsiteY107" fmla="*/ 316958 h 439401"/>
              <a:gd name="connsiteX108" fmla="*/ 252636 w 713736"/>
              <a:gd name="connsiteY108" fmla="*/ 358031 h 439401"/>
              <a:gd name="connsiteX109" fmla="*/ 237137 w 713736"/>
              <a:gd name="connsiteY109" fmla="*/ 365780 h 439401"/>
              <a:gd name="connsiteX110" fmla="*/ 237137 w 713736"/>
              <a:gd name="connsiteY110" fmla="*/ 365780 h 439401"/>
              <a:gd name="connsiteX111" fmla="*/ 285960 w 713736"/>
              <a:gd name="connsiteY111" fmla="*/ 394454 h 439401"/>
              <a:gd name="connsiteX112" fmla="*/ 283635 w 713736"/>
              <a:gd name="connsiteY112" fmla="*/ 394454 h 439401"/>
              <a:gd name="connsiteX113" fmla="*/ 271235 w 713736"/>
              <a:gd name="connsiteY113" fmla="*/ 389804 h 439401"/>
              <a:gd name="connsiteX114" fmla="*/ 269686 w 713736"/>
              <a:gd name="connsiteY114" fmla="*/ 362681 h 439401"/>
              <a:gd name="connsiteX115" fmla="*/ 305334 w 713736"/>
              <a:gd name="connsiteY115" fmla="*/ 321608 h 439401"/>
              <a:gd name="connsiteX116" fmla="*/ 320058 w 713736"/>
              <a:gd name="connsiteY116" fmla="*/ 315408 h 439401"/>
              <a:gd name="connsiteX117" fmla="*/ 332457 w 713736"/>
              <a:gd name="connsiteY117" fmla="*/ 320058 h 439401"/>
              <a:gd name="connsiteX118" fmla="*/ 334007 w 713736"/>
              <a:gd name="connsiteY118" fmla="*/ 347181 h 439401"/>
              <a:gd name="connsiteX119" fmla="*/ 298359 w 713736"/>
              <a:gd name="connsiteY119" fmla="*/ 388254 h 439401"/>
              <a:gd name="connsiteX120" fmla="*/ 285960 w 713736"/>
              <a:gd name="connsiteY120" fmla="*/ 394454 h 439401"/>
              <a:gd name="connsiteX121" fmla="*/ 285960 w 713736"/>
              <a:gd name="connsiteY121" fmla="*/ 394454 h 439401"/>
              <a:gd name="connsiteX122" fmla="*/ 333232 w 713736"/>
              <a:gd name="connsiteY122" fmla="*/ 413053 h 439401"/>
              <a:gd name="connsiteX123" fmla="*/ 321608 w 713736"/>
              <a:gd name="connsiteY123" fmla="*/ 409178 h 439401"/>
              <a:gd name="connsiteX124" fmla="*/ 320058 w 713736"/>
              <a:gd name="connsiteY124" fmla="*/ 387479 h 439401"/>
              <a:gd name="connsiteX125" fmla="*/ 350281 w 713736"/>
              <a:gd name="connsiteY125" fmla="*/ 352606 h 439401"/>
              <a:gd name="connsiteX126" fmla="*/ 361906 w 713736"/>
              <a:gd name="connsiteY126" fmla="*/ 347181 h 439401"/>
              <a:gd name="connsiteX127" fmla="*/ 371980 w 713736"/>
              <a:gd name="connsiteY127" fmla="*/ 351056 h 439401"/>
              <a:gd name="connsiteX128" fmla="*/ 373530 w 713736"/>
              <a:gd name="connsiteY128" fmla="*/ 372755 h 439401"/>
              <a:gd name="connsiteX129" fmla="*/ 343307 w 713736"/>
              <a:gd name="connsiteY129" fmla="*/ 407628 h 439401"/>
              <a:gd name="connsiteX130" fmla="*/ 333232 w 713736"/>
              <a:gd name="connsiteY130" fmla="*/ 413053 h 439401"/>
              <a:gd name="connsiteX131" fmla="*/ 333232 w 713736"/>
              <a:gd name="connsiteY131" fmla="*/ 413053 h 439401"/>
              <a:gd name="connsiteX132" fmla="*/ 503723 w 713736"/>
              <a:gd name="connsiteY132" fmla="*/ 322383 h 439401"/>
              <a:gd name="connsiteX133" fmla="*/ 500623 w 713736"/>
              <a:gd name="connsiteY133" fmla="*/ 322383 h 439401"/>
              <a:gd name="connsiteX134" fmla="*/ 487449 w 713736"/>
              <a:gd name="connsiteY134" fmla="*/ 319283 h 439401"/>
              <a:gd name="connsiteX135" fmla="*/ 488224 w 713736"/>
              <a:gd name="connsiteY135" fmla="*/ 323933 h 439401"/>
              <a:gd name="connsiteX136" fmla="*/ 460325 w 713736"/>
              <a:gd name="connsiteY136" fmla="*/ 357256 h 439401"/>
              <a:gd name="connsiteX137" fmla="*/ 460325 w 713736"/>
              <a:gd name="connsiteY137" fmla="*/ 357256 h 439401"/>
              <a:gd name="connsiteX138" fmla="*/ 452576 w 713736"/>
              <a:gd name="connsiteY138" fmla="*/ 356481 h 439401"/>
              <a:gd name="connsiteX139" fmla="*/ 452576 w 713736"/>
              <a:gd name="connsiteY139" fmla="*/ 357256 h 439401"/>
              <a:gd name="connsiteX140" fmla="*/ 424677 w 713736"/>
              <a:gd name="connsiteY140" fmla="*/ 390579 h 439401"/>
              <a:gd name="connsiteX141" fmla="*/ 424677 w 713736"/>
              <a:gd name="connsiteY141" fmla="*/ 390579 h 439401"/>
              <a:gd name="connsiteX142" fmla="*/ 416928 w 713736"/>
              <a:gd name="connsiteY142" fmla="*/ 389804 h 439401"/>
              <a:gd name="connsiteX143" fmla="*/ 416928 w 713736"/>
              <a:gd name="connsiteY143" fmla="*/ 390579 h 439401"/>
              <a:gd name="connsiteX144" fmla="*/ 389029 w 713736"/>
              <a:gd name="connsiteY144" fmla="*/ 423902 h 439401"/>
              <a:gd name="connsiteX145" fmla="*/ 389029 w 713736"/>
              <a:gd name="connsiteY145" fmla="*/ 423902 h 439401"/>
              <a:gd name="connsiteX146" fmla="*/ 386704 w 713736"/>
              <a:gd name="connsiteY146" fmla="*/ 423902 h 439401"/>
              <a:gd name="connsiteX147" fmla="*/ 370430 w 713736"/>
              <a:gd name="connsiteY147" fmla="*/ 419252 h 439401"/>
              <a:gd name="connsiteX148" fmla="*/ 360356 w 713736"/>
              <a:gd name="connsiteY148" fmla="*/ 411503 h 439401"/>
              <a:gd name="connsiteX149" fmla="*/ 385154 w 713736"/>
              <a:gd name="connsiteY149" fmla="*/ 382829 h 439401"/>
              <a:gd name="connsiteX150" fmla="*/ 382054 w 713736"/>
              <a:gd name="connsiteY150" fmla="*/ 339432 h 439401"/>
              <a:gd name="connsiteX151" fmla="*/ 361906 w 713736"/>
              <a:gd name="connsiteY151" fmla="*/ 331682 h 439401"/>
              <a:gd name="connsiteX152" fmla="*/ 354156 w 713736"/>
              <a:gd name="connsiteY152" fmla="*/ 332457 h 439401"/>
              <a:gd name="connsiteX153" fmla="*/ 342532 w 713736"/>
              <a:gd name="connsiteY153" fmla="*/ 308433 h 439401"/>
              <a:gd name="connsiteX154" fmla="*/ 319283 w 713736"/>
              <a:gd name="connsiteY154" fmla="*/ 299909 h 439401"/>
              <a:gd name="connsiteX155" fmla="*/ 319283 w 713736"/>
              <a:gd name="connsiteY155" fmla="*/ 299909 h 439401"/>
              <a:gd name="connsiteX156" fmla="*/ 308433 w 713736"/>
              <a:gd name="connsiteY156" fmla="*/ 301459 h 439401"/>
              <a:gd name="connsiteX157" fmla="*/ 295259 w 713736"/>
              <a:gd name="connsiteY157" fmla="*/ 272785 h 439401"/>
              <a:gd name="connsiteX158" fmla="*/ 270460 w 713736"/>
              <a:gd name="connsiteY158" fmla="*/ 263486 h 439401"/>
              <a:gd name="connsiteX159" fmla="*/ 270460 w 713736"/>
              <a:gd name="connsiteY159" fmla="*/ 263486 h 439401"/>
              <a:gd name="connsiteX160" fmla="*/ 256511 w 713736"/>
              <a:gd name="connsiteY160" fmla="*/ 265811 h 439401"/>
              <a:gd name="connsiteX161" fmla="*/ 243337 w 713736"/>
              <a:gd name="connsiteY161" fmla="*/ 237912 h 439401"/>
              <a:gd name="connsiteX162" fmla="*/ 218538 w 713736"/>
              <a:gd name="connsiteY162" fmla="*/ 228613 h 439401"/>
              <a:gd name="connsiteX163" fmla="*/ 218538 w 713736"/>
              <a:gd name="connsiteY163" fmla="*/ 228613 h 439401"/>
              <a:gd name="connsiteX164" fmla="*/ 189090 w 713736"/>
              <a:gd name="connsiteY164" fmla="*/ 241787 h 439401"/>
              <a:gd name="connsiteX165" fmla="*/ 168941 w 713736"/>
              <a:gd name="connsiteY165" fmla="*/ 265036 h 439401"/>
              <a:gd name="connsiteX166" fmla="*/ 168166 w 713736"/>
              <a:gd name="connsiteY166" fmla="*/ 264261 h 439401"/>
              <a:gd name="connsiteX167" fmla="*/ 115469 w 713736"/>
              <a:gd name="connsiteY167" fmla="*/ 203039 h 439401"/>
              <a:gd name="connsiteX168" fmla="*/ 182890 w 713736"/>
              <a:gd name="connsiteY168" fmla="*/ 91445 h 439401"/>
              <a:gd name="connsiteX169" fmla="*/ 238687 w 713736"/>
              <a:gd name="connsiteY169" fmla="*/ 103069 h 439401"/>
              <a:gd name="connsiteX170" fmla="*/ 283635 w 713736"/>
              <a:gd name="connsiteY170" fmla="*/ 99970 h 439401"/>
              <a:gd name="connsiteX171" fmla="*/ 288285 w 713736"/>
              <a:gd name="connsiteY171" fmla="*/ 99970 h 439401"/>
              <a:gd name="connsiteX172" fmla="*/ 308433 w 713736"/>
              <a:gd name="connsiteY172" fmla="*/ 103069 h 439401"/>
              <a:gd name="connsiteX173" fmla="*/ 265811 w 713736"/>
              <a:gd name="connsiteY173" fmla="*/ 153442 h 439401"/>
              <a:gd name="connsiteX174" fmla="*/ 254186 w 713736"/>
              <a:gd name="connsiteY174" fmla="*/ 187540 h 439401"/>
              <a:gd name="connsiteX175" fmla="*/ 270460 w 713736"/>
              <a:gd name="connsiteY175" fmla="*/ 219313 h 439401"/>
              <a:gd name="connsiteX176" fmla="*/ 270460 w 713736"/>
              <a:gd name="connsiteY176" fmla="*/ 219313 h 439401"/>
              <a:gd name="connsiteX177" fmla="*/ 270460 w 713736"/>
              <a:gd name="connsiteY177" fmla="*/ 219313 h 439401"/>
              <a:gd name="connsiteX178" fmla="*/ 300684 w 713736"/>
              <a:gd name="connsiteY178" fmla="*/ 230163 h 439401"/>
              <a:gd name="connsiteX179" fmla="*/ 304559 w 713736"/>
              <a:gd name="connsiteY179" fmla="*/ 230163 h 439401"/>
              <a:gd name="connsiteX180" fmla="*/ 336332 w 713736"/>
              <a:gd name="connsiteY180" fmla="*/ 213888 h 439401"/>
              <a:gd name="connsiteX181" fmla="*/ 389029 w 713736"/>
              <a:gd name="connsiteY181" fmla="*/ 153442 h 439401"/>
              <a:gd name="connsiteX182" fmla="*/ 389029 w 713736"/>
              <a:gd name="connsiteY182" fmla="*/ 153442 h 439401"/>
              <a:gd name="connsiteX183" fmla="*/ 397554 w 713736"/>
              <a:gd name="connsiteY183" fmla="*/ 161191 h 439401"/>
              <a:gd name="connsiteX184" fmla="*/ 522322 w 713736"/>
              <a:gd name="connsiteY184" fmla="*/ 268136 h 439401"/>
              <a:gd name="connsiteX185" fmla="*/ 530847 w 713736"/>
              <a:gd name="connsiteY185" fmla="*/ 287510 h 439401"/>
              <a:gd name="connsiteX186" fmla="*/ 530847 w 713736"/>
              <a:gd name="connsiteY186" fmla="*/ 290609 h 439401"/>
              <a:gd name="connsiteX187" fmla="*/ 503723 w 713736"/>
              <a:gd name="connsiteY187" fmla="*/ 322383 h 439401"/>
              <a:gd name="connsiteX188" fmla="*/ 503723 w 713736"/>
              <a:gd name="connsiteY188" fmla="*/ 322383 h 439401"/>
              <a:gd name="connsiteX189" fmla="*/ 541696 w 713736"/>
              <a:gd name="connsiteY189" fmla="*/ 265811 h 439401"/>
              <a:gd name="connsiteX190" fmla="*/ 533171 w 713736"/>
              <a:gd name="connsiteY190" fmla="*/ 255736 h 439401"/>
              <a:gd name="connsiteX191" fmla="*/ 388254 w 713736"/>
              <a:gd name="connsiteY191" fmla="*/ 130968 h 439401"/>
              <a:gd name="connsiteX192" fmla="*/ 324708 w 713736"/>
              <a:gd name="connsiteY192" fmla="*/ 203814 h 439401"/>
              <a:gd name="connsiteX193" fmla="*/ 303784 w 713736"/>
              <a:gd name="connsiteY193" fmla="*/ 214663 h 439401"/>
              <a:gd name="connsiteX194" fmla="*/ 301459 w 713736"/>
              <a:gd name="connsiteY194" fmla="*/ 214663 h 439401"/>
              <a:gd name="connsiteX195" fmla="*/ 280535 w 713736"/>
              <a:gd name="connsiteY195" fmla="*/ 206914 h 439401"/>
              <a:gd name="connsiteX196" fmla="*/ 276660 w 713736"/>
              <a:gd name="connsiteY196" fmla="*/ 164291 h 439401"/>
              <a:gd name="connsiteX197" fmla="*/ 277435 w 713736"/>
              <a:gd name="connsiteY197" fmla="*/ 163516 h 439401"/>
              <a:gd name="connsiteX198" fmla="*/ 338657 w 713736"/>
              <a:gd name="connsiteY198" fmla="*/ 93770 h 439401"/>
              <a:gd name="connsiteX199" fmla="*/ 361906 w 713736"/>
              <a:gd name="connsiteY199" fmla="*/ 83695 h 439401"/>
              <a:gd name="connsiteX200" fmla="*/ 365005 w 713736"/>
              <a:gd name="connsiteY200" fmla="*/ 83695 h 439401"/>
              <a:gd name="connsiteX201" fmla="*/ 368880 w 713736"/>
              <a:gd name="connsiteY201" fmla="*/ 84470 h 439401"/>
              <a:gd name="connsiteX202" fmla="*/ 475049 w 713736"/>
              <a:gd name="connsiteY202" fmla="*/ 103844 h 439401"/>
              <a:gd name="connsiteX203" fmla="*/ 531621 w 713736"/>
              <a:gd name="connsiteY203" fmla="*/ 93770 h 439401"/>
              <a:gd name="connsiteX204" fmla="*/ 576569 w 713736"/>
              <a:gd name="connsiteY204" fmla="*/ 166616 h 439401"/>
              <a:gd name="connsiteX205" fmla="*/ 597493 w 713736"/>
              <a:gd name="connsiteY205" fmla="*/ 201489 h 439401"/>
              <a:gd name="connsiteX206" fmla="*/ 541696 w 713736"/>
              <a:gd name="connsiteY206" fmla="*/ 265811 h 439401"/>
              <a:gd name="connsiteX207" fmla="*/ 633916 w 713736"/>
              <a:gd name="connsiteY207" fmla="*/ 203039 h 439401"/>
              <a:gd name="connsiteX208" fmla="*/ 626166 w 713736"/>
              <a:gd name="connsiteY208" fmla="*/ 205364 h 439401"/>
              <a:gd name="connsiteX209" fmla="*/ 615317 w 713736"/>
              <a:gd name="connsiteY209" fmla="*/ 200714 h 439401"/>
              <a:gd name="connsiteX210" fmla="*/ 610667 w 713736"/>
              <a:gd name="connsiteY210" fmla="*/ 192965 h 439401"/>
              <a:gd name="connsiteX211" fmla="*/ 589743 w 713736"/>
              <a:gd name="connsiteY211" fmla="*/ 158866 h 439401"/>
              <a:gd name="connsiteX212" fmla="*/ 540921 w 713736"/>
              <a:gd name="connsiteY212" fmla="*/ 78271 h 439401"/>
              <a:gd name="connsiteX213" fmla="*/ 544796 w 713736"/>
              <a:gd name="connsiteY213" fmla="*/ 58122 h 439401"/>
              <a:gd name="connsiteX214" fmla="*/ 546346 w 713736"/>
              <a:gd name="connsiteY214" fmla="*/ 57347 h 439401"/>
              <a:gd name="connsiteX215" fmla="*/ 606017 w 713736"/>
              <a:gd name="connsiteY215" fmla="*/ 20924 h 439401"/>
              <a:gd name="connsiteX216" fmla="*/ 693588 w 713736"/>
              <a:gd name="connsiteY216" fmla="*/ 166616 h 439401"/>
              <a:gd name="connsiteX217" fmla="*/ 633916 w 713736"/>
              <a:gd name="connsiteY217" fmla="*/ 203039 h 43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</a:cxnLst>
            <a:rect l="l" t="t" r="r" b="b"/>
            <a:pathLst>
              <a:path w="713736" h="439401">
                <a:moveTo>
                  <a:pt x="706762" y="158866"/>
                </a:moveTo>
                <a:lnTo>
                  <a:pt x="619192" y="13174"/>
                </a:lnTo>
                <a:lnTo>
                  <a:pt x="611442" y="0"/>
                </a:lnTo>
                <a:lnTo>
                  <a:pt x="598268" y="8525"/>
                </a:lnTo>
                <a:lnTo>
                  <a:pt x="539371" y="44948"/>
                </a:lnTo>
                <a:cubicBezTo>
                  <a:pt x="532396" y="48822"/>
                  <a:pt x="526972" y="55797"/>
                  <a:pt x="524647" y="63547"/>
                </a:cubicBezTo>
                <a:cubicBezTo>
                  <a:pt x="523097" y="68971"/>
                  <a:pt x="523097" y="75171"/>
                  <a:pt x="525422" y="80596"/>
                </a:cubicBezTo>
                <a:cubicBezTo>
                  <a:pt x="509148" y="86020"/>
                  <a:pt x="492874" y="89120"/>
                  <a:pt x="475824" y="89120"/>
                </a:cubicBezTo>
                <a:cubicBezTo>
                  <a:pt x="452576" y="88345"/>
                  <a:pt x="429327" y="84470"/>
                  <a:pt x="406853" y="77496"/>
                </a:cubicBezTo>
                <a:cubicBezTo>
                  <a:pt x="396004" y="74396"/>
                  <a:pt x="384379" y="72071"/>
                  <a:pt x="372755" y="69746"/>
                </a:cubicBezTo>
                <a:lnTo>
                  <a:pt x="371205" y="69746"/>
                </a:lnTo>
                <a:lnTo>
                  <a:pt x="371205" y="69746"/>
                </a:lnTo>
                <a:cubicBezTo>
                  <a:pt x="370430" y="69746"/>
                  <a:pt x="369655" y="69746"/>
                  <a:pt x="369655" y="69746"/>
                </a:cubicBezTo>
                <a:lnTo>
                  <a:pt x="368105" y="69746"/>
                </a:lnTo>
                <a:lnTo>
                  <a:pt x="366555" y="69746"/>
                </a:lnTo>
                <a:cubicBezTo>
                  <a:pt x="365005" y="69746"/>
                  <a:pt x="364230" y="69746"/>
                  <a:pt x="362681" y="69746"/>
                </a:cubicBezTo>
                <a:lnTo>
                  <a:pt x="362681" y="69746"/>
                </a:lnTo>
                <a:cubicBezTo>
                  <a:pt x="349506" y="69746"/>
                  <a:pt x="336332" y="75171"/>
                  <a:pt x="327807" y="85245"/>
                </a:cubicBezTo>
                <a:lnTo>
                  <a:pt x="321608" y="92220"/>
                </a:lnTo>
                <a:cubicBezTo>
                  <a:pt x="311533" y="88345"/>
                  <a:pt x="300684" y="86020"/>
                  <a:pt x="289834" y="86020"/>
                </a:cubicBezTo>
                <a:cubicBezTo>
                  <a:pt x="287510" y="86020"/>
                  <a:pt x="285960" y="86020"/>
                  <a:pt x="283635" y="86020"/>
                </a:cubicBezTo>
                <a:cubicBezTo>
                  <a:pt x="278985" y="86020"/>
                  <a:pt x="275110" y="86795"/>
                  <a:pt x="270460" y="86795"/>
                </a:cubicBezTo>
                <a:cubicBezTo>
                  <a:pt x="260386" y="87570"/>
                  <a:pt x="250312" y="88345"/>
                  <a:pt x="240237" y="88345"/>
                </a:cubicBezTo>
                <a:cubicBezTo>
                  <a:pt x="223188" y="89120"/>
                  <a:pt x="206139" y="85245"/>
                  <a:pt x="190640" y="78271"/>
                </a:cubicBezTo>
                <a:cubicBezTo>
                  <a:pt x="191415" y="73621"/>
                  <a:pt x="191415" y="68971"/>
                  <a:pt x="190640" y="63547"/>
                </a:cubicBezTo>
                <a:cubicBezTo>
                  <a:pt x="188315" y="55797"/>
                  <a:pt x="182890" y="48822"/>
                  <a:pt x="175916" y="44948"/>
                </a:cubicBezTo>
                <a:lnTo>
                  <a:pt x="117794" y="8525"/>
                </a:lnTo>
                <a:lnTo>
                  <a:pt x="104619" y="0"/>
                </a:lnTo>
                <a:lnTo>
                  <a:pt x="96870" y="13174"/>
                </a:lnTo>
                <a:lnTo>
                  <a:pt x="7750" y="158866"/>
                </a:lnTo>
                <a:lnTo>
                  <a:pt x="0" y="172041"/>
                </a:lnTo>
                <a:lnTo>
                  <a:pt x="13174" y="179790"/>
                </a:lnTo>
                <a:lnTo>
                  <a:pt x="72846" y="216213"/>
                </a:lnTo>
                <a:cubicBezTo>
                  <a:pt x="83696" y="223188"/>
                  <a:pt x="96870" y="222413"/>
                  <a:pt x="106944" y="214663"/>
                </a:cubicBezTo>
                <a:lnTo>
                  <a:pt x="157317" y="273560"/>
                </a:lnTo>
                <a:lnTo>
                  <a:pt x="158092" y="275110"/>
                </a:lnTo>
                <a:lnTo>
                  <a:pt x="159641" y="275885"/>
                </a:lnTo>
                <a:lnTo>
                  <a:pt x="159641" y="275885"/>
                </a:lnTo>
                <a:lnTo>
                  <a:pt x="148792" y="288285"/>
                </a:lnTo>
                <a:cubicBezTo>
                  <a:pt x="134843" y="304559"/>
                  <a:pt x="136393" y="328582"/>
                  <a:pt x="151892" y="342532"/>
                </a:cubicBezTo>
                <a:lnTo>
                  <a:pt x="151892" y="342532"/>
                </a:lnTo>
                <a:lnTo>
                  <a:pt x="151892" y="342532"/>
                </a:lnTo>
                <a:cubicBezTo>
                  <a:pt x="158866" y="348731"/>
                  <a:pt x="167391" y="351831"/>
                  <a:pt x="176691" y="351831"/>
                </a:cubicBezTo>
                <a:cubicBezTo>
                  <a:pt x="178240" y="351831"/>
                  <a:pt x="179790" y="351831"/>
                  <a:pt x="181340" y="351831"/>
                </a:cubicBezTo>
                <a:cubicBezTo>
                  <a:pt x="186765" y="351056"/>
                  <a:pt x="191415" y="349506"/>
                  <a:pt x="196064" y="346406"/>
                </a:cubicBezTo>
                <a:cubicBezTo>
                  <a:pt x="196839" y="355706"/>
                  <a:pt x="201489" y="365005"/>
                  <a:pt x="208464" y="371205"/>
                </a:cubicBezTo>
                <a:lnTo>
                  <a:pt x="208464" y="371205"/>
                </a:lnTo>
                <a:lnTo>
                  <a:pt x="208464" y="371205"/>
                </a:lnTo>
                <a:cubicBezTo>
                  <a:pt x="215438" y="377405"/>
                  <a:pt x="223963" y="380505"/>
                  <a:pt x="233262" y="380505"/>
                </a:cubicBezTo>
                <a:cubicBezTo>
                  <a:pt x="234037" y="380505"/>
                  <a:pt x="235587" y="380505"/>
                  <a:pt x="236362" y="380505"/>
                </a:cubicBezTo>
                <a:cubicBezTo>
                  <a:pt x="240237" y="380505"/>
                  <a:pt x="244112" y="379730"/>
                  <a:pt x="247987" y="378180"/>
                </a:cubicBezTo>
                <a:cubicBezTo>
                  <a:pt x="248762" y="386704"/>
                  <a:pt x="252636" y="395229"/>
                  <a:pt x="259611" y="400653"/>
                </a:cubicBezTo>
                <a:lnTo>
                  <a:pt x="259611" y="400653"/>
                </a:lnTo>
                <a:lnTo>
                  <a:pt x="259611" y="400653"/>
                </a:lnTo>
                <a:cubicBezTo>
                  <a:pt x="265811" y="406078"/>
                  <a:pt x="273560" y="409178"/>
                  <a:pt x="281310" y="409178"/>
                </a:cubicBezTo>
                <a:cubicBezTo>
                  <a:pt x="282860" y="409178"/>
                  <a:pt x="283635" y="409178"/>
                  <a:pt x="285185" y="409178"/>
                </a:cubicBezTo>
                <a:cubicBezTo>
                  <a:pt x="290609" y="409178"/>
                  <a:pt x="295259" y="406853"/>
                  <a:pt x="299909" y="404528"/>
                </a:cubicBezTo>
                <a:cubicBezTo>
                  <a:pt x="301459" y="409953"/>
                  <a:pt x="304559" y="415378"/>
                  <a:pt x="309208" y="419252"/>
                </a:cubicBezTo>
                <a:cubicBezTo>
                  <a:pt x="315408" y="424677"/>
                  <a:pt x="323158" y="427777"/>
                  <a:pt x="331682" y="427002"/>
                </a:cubicBezTo>
                <a:lnTo>
                  <a:pt x="333232" y="427002"/>
                </a:lnTo>
                <a:lnTo>
                  <a:pt x="334782" y="427002"/>
                </a:lnTo>
                <a:cubicBezTo>
                  <a:pt x="339432" y="426227"/>
                  <a:pt x="344082" y="423902"/>
                  <a:pt x="347956" y="421577"/>
                </a:cubicBezTo>
                <a:lnTo>
                  <a:pt x="348731" y="422352"/>
                </a:lnTo>
                <a:lnTo>
                  <a:pt x="359581" y="430877"/>
                </a:lnTo>
                <a:lnTo>
                  <a:pt x="360356" y="431652"/>
                </a:lnTo>
                <a:lnTo>
                  <a:pt x="361131" y="432427"/>
                </a:lnTo>
                <a:cubicBezTo>
                  <a:pt x="368105" y="437076"/>
                  <a:pt x="376630" y="439401"/>
                  <a:pt x="384379" y="439401"/>
                </a:cubicBezTo>
                <a:cubicBezTo>
                  <a:pt x="385929" y="439401"/>
                  <a:pt x="387479" y="439401"/>
                  <a:pt x="389029" y="439401"/>
                </a:cubicBezTo>
                <a:cubicBezTo>
                  <a:pt x="408403" y="437851"/>
                  <a:pt x="423902" y="423902"/>
                  <a:pt x="429327" y="405303"/>
                </a:cubicBezTo>
                <a:cubicBezTo>
                  <a:pt x="446376" y="402203"/>
                  <a:pt x="460325" y="389029"/>
                  <a:pt x="464975" y="371980"/>
                </a:cubicBezTo>
                <a:cubicBezTo>
                  <a:pt x="482799" y="368105"/>
                  <a:pt x="496748" y="354931"/>
                  <a:pt x="500623" y="337882"/>
                </a:cubicBezTo>
                <a:cubicBezTo>
                  <a:pt x="501398" y="337882"/>
                  <a:pt x="502948" y="337882"/>
                  <a:pt x="503723" y="337882"/>
                </a:cubicBezTo>
                <a:cubicBezTo>
                  <a:pt x="528522" y="335557"/>
                  <a:pt x="547121" y="313858"/>
                  <a:pt x="545571" y="289059"/>
                </a:cubicBezTo>
                <a:cubicBezTo>
                  <a:pt x="545571" y="287510"/>
                  <a:pt x="545571" y="285185"/>
                  <a:pt x="545571" y="283635"/>
                </a:cubicBezTo>
                <a:lnTo>
                  <a:pt x="551770" y="275885"/>
                </a:lnTo>
                <a:lnTo>
                  <a:pt x="605242" y="213888"/>
                </a:lnTo>
                <a:cubicBezTo>
                  <a:pt x="615317" y="222413"/>
                  <a:pt x="629266" y="222413"/>
                  <a:pt x="640891" y="215438"/>
                </a:cubicBezTo>
                <a:lnTo>
                  <a:pt x="700562" y="179015"/>
                </a:lnTo>
                <a:lnTo>
                  <a:pt x="713737" y="171266"/>
                </a:lnTo>
                <a:lnTo>
                  <a:pt x="706762" y="158866"/>
                </a:lnTo>
                <a:close/>
                <a:moveTo>
                  <a:pt x="80596" y="203039"/>
                </a:moveTo>
                <a:lnTo>
                  <a:pt x="20924" y="166616"/>
                </a:lnTo>
                <a:lnTo>
                  <a:pt x="109269" y="20924"/>
                </a:lnTo>
                <a:lnTo>
                  <a:pt x="168166" y="57347"/>
                </a:lnTo>
                <a:cubicBezTo>
                  <a:pt x="174366" y="60447"/>
                  <a:pt x="177465" y="68196"/>
                  <a:pt x="175141" y="74396"/>
                </a:cubicBezTo>
                <a:lnTo>
                  <a:pt x="170491" y="82146"/>
                </a:lnTo>
                <a:lnTo>
                  <a:pt x="103069" y="193740"/>
                </a:lnTo>
                <a:lnTo>
                  <a:pt x="98420" y="200714"/>
                </a:lnTo>
                <a:cubicBezTo>
                  <a:pt x="96095" y="203039"/>
                  <a:pt x="92220" y="204589"/>
                  <a:pt x="88345" y="204589"/>
                </a:cubicBezTo>
                <a:cubicBezTo>
                  <a:pt x="86020" y="205364"/>
                  <a:pt x="82921" y="204589"/>
                  <a:pt x="80596" y="203039"/>
                </a:cubicBezTo>
                <a:close/>
                <a:moveTo>
                  <a:pt x="179790" y="336332"/>
                </a:moveTo>
                <a:cubicBezTo>
                  <a:pt x="179015" y="336332"/>
                  <a:pt x="178240" y="336332"/>
                  <a:pt x="177465" y="336332"/>
                </a:cubicBezTo>
                <a:cubicBezTo>
                  <a:pt x="165066" y="336332"/>
                  <a:pt x="154992" y="325483"/>
                  <a:pt x="154992" y="313083"/>
                </a:cubicBezTo>
                <a:cubicBezTo>
                  <a:pt x="154992" y="307658"/>
                  <a:pt x="157317" y="302234"/>
                  <a:pt x="160416" y="298359"/>
                </a:cubicBezTo>
                <a:lnTo>
                  <a:pt x="201489" y="251861"/>
                </a:lnTo>
                <a:cubicBezTo>
                  <a:pt x="206139" y="247212"/>
                  <a:pt x="212339" y="244112"/>
                  <a:pt x="219313" y="244112"/>
                </a:cubicBezTo>
                <a:cubicBezTo>
                  <a:pt x="224738" y="244112"/>
                  <a:pt x="230163" y="246437"/>
                  <a:pt x="234037" y="249537"/>
                </a:cubicBezTo>
                <a:cubicBezTo>
                  <a:pt x="243337" y="258061"/>
                  <a:pt x="244887" y="272785"/>
                  <a:pt x="236362" y="282085"/>
                </a:cubicBezTo>
                <a:lnTo>
                  <a:pt x="195290" y="328582"/>
                </a:lnTo>
                <a:cubicBezTo>
                  <a:pt x="191415" y="333232"/>
                  <a:pt x="185990" y="335557"/>
                  <a:pt x="179790" y="336332"/>
                </a:cubicBezTo>
                <a:close/>
                <a:moveTo>
                  <a:pt x="237137" y="365780"/>
                </a:moveTo>
                <a:cubicBezTo>
                  <a:pt x="236362" y="365780"/>
                  <a:pt x="235587" y="365780"/>
                  <a:pt x="234812" y="365780"/>
                </a:cubicBezTo>
                <a:cubicBezTo>
                  <a:pt x="222413" y="365780"/>
                  <a:pt x="212339" y="354931"/>
                  <a:pt x="212339" y="342532"/>
                </a:cubicBezTo>
                <a:cubicBezTo>
                  <a:pt x="212339" y="337107"/>
                  <a:pt x="214663" y="331682"/>
                  <a:pt x="217763" y="327807"/>
                </a:cubicBezTo>
                <a:lnTo>
                  <a:pt x="253411" y="286735"/>
                </a:lnTo>
                <a:cubicBezTo>
                  <a:pt x="258061" y="282085"/>
                  <a:pt x="264261" y="278985"/>
                  <a:pt x="271235" y="278985"/>
                </a:cubicBezTo>
                <a:cubicBezTo>
                  <a:pt x="276660" y="278985"/>
                  <a:pt x="282085" y="281310"/>
                  <a:pt x="285960" y="284410"/>
                </a:cubicBezTo>
                <a:cubicBezTo>
                  <a:pt x="295259" y="292934"/>
                  <a:pt x="296809" y="307658"/>
                  <a:pt x="288285" y="316958"/>
                </a:cubicBezTo>
                <a:lnTo>
                  <a:pt x="252636" y="358031"/>
                </a:lnTo>
                <a:cubicBezTo>
                  <a:pt x="248762" y="362681"/>
                  <a:pt x="243337" y="365780"/>
                  <a:pt x="237137" y="365780"/>
                </a:cubicBezTo>
                <a:lnTo>
                  <a:pt x="237137" y="365780"/>
                </a:lnTo>
                <a:close/>
                <a:moveTo>
                  <a:pt x="285960" y="394454"/>
                </a:moveTo>
                <a:cubicBezTo>
                  <a:pt x="285185" y="394454"/>
                  <a:pt x="284410" y="394454"/>
                  <a:pt x="283635" y="394454"/>
                </a:cubicBezTo>
                <a:cubicBezTo>
                  <a:pt x="278985" y="394454"/>
                  <a:pt x="275110" y="392904"/>
                  <a:pt x="271235" y="389804"/>
                </a:cubicBezTo>
                <a:cubicBezTo>
                  <a:pt x="263486" y="382829"/>
                  <a:pt x="262711" y="370430"/>
                  <a:pt x="269686" y="362681"/>
                </a:cubicBezTo>
                <a:lnTo>
                  <a:pt x="305334" y="321608"/>
                </a:lnTo>
                <a:cubicBezTo>
                  <a:pt x="309208" y="317733"/>
                  <a:pt x="314633" y="315408"/>
                  <a:pt x="320058" y="315408"/>
                </a:cubicBezTo>
                <a:cubicBezTo>
                  <a:pt x="324708" y="315408"/>
                  <a:pt x="329357" y="316958"/>
                  <a:pt x="332457" y="320058"/>
                </a:cubicBezTo>
                <a:cubicBezTo>
                  <a:pt x="340207" y="327032"/>
                  <a:pt x="340982" y="339432"/>
                  <a:pt x="334007" y="347181"/>
                </a:cubicBezTo>
                <a:lnTo>
                  <a:pt x="298359" y="388254"/>
                </a:lnTo>
                <a:cubicBezTo>
                  <a:pt x="295259" y="392129"/>
                  <a:pt x="290609" y="394454"/>
                  <a:pt x="285960" y="394454"/>
                </a:cubicBezTo>
                <a:lnTo>
                  <a:pt x="285960" y="394454"/>
                </a:lnTo>
                <a:close/>
                <a:moveTo>
                  <a:pt x="333232" y="413053"/>
                </a:moveTo>
                <a:cubicBezTo>
                  <a:pt x="329357" y="413053"/>
                  <a:pt x="324708" y="412278"/>
                  <a:pt x="321608" y="409178"/>
                </a:cubicBezTo>
                <a:cubicBezTo>
                  <a:pt x="315408" y="403753"/>
                  <a:pt x="314633" y="393679"/>
                  <a:pt x="320058" y="387479"/>
                </a:cubicBezTo>
                <a:lnTo>
                  <a:pt x="350281" y="352606"/>
                </a:lnTo>
                <a:cubicBezTo>
                  <a:pt x="353381" y="349506"/>
                  <a:pt x="357256" y="347181"/>
                  <a:pt x="361906" y="347181"/>
                </a:cubicBezTo>
                <a:cubicBezTo>
                  <a:pt x="365780" y="347181"/>
                  <a:pt x="368880" y="348731"/>
                  <a:pt x="371980" y="351056"/>
                </a:cubicBezTo>
                <a:cubicBezTo>
                  <a:pt x="378180" y="356481"/>
                  <a:pt x="378955" y="366555"/>
                  <a:pt x="373530" y="372755"/>
                </a:cubicBezTo>
                <a:lnTo>
                  <a:pt x="343307" y="407628"/>
                </a:lnTo>
                <a:cubicBezTo>
                  <a:pt x="340982" y="410728"/>
                  <a:pt x="337107" y="412278"/>
                  <a:pt x="333232" y="413053"/>
                </a:cubicBezTo>
                <a:lnTo>
                  <a:pt x="333232" y="413053"/>
                </a:lnTo>
                <a:close/>
                <a:moveTo>
                  <a:pt x="503723" y="322383"/>
                </a:moveTo>
                <a:cubicBezTo>
                  <a:pt x="502948" y="322383"/>
                  <a:pt x="501398" y="322383"/>
                  <a:pt x="500623" y="322383"/>
                </a:cubicBezTo>
                <a:cubicBezTo>
                  <a:pt x="495973" y="322383"/>
                  <a:pt x="491324" y="320833"/>
                  <a:pt x="487449" y="319283"/>
                </a:cubicBezTo>
                <a:cubicBezTo>
                  <a:pt x="487449" y="320833"/>
                  <a:pt x="488224" y="322383"/>
                  <a:pt x="488224" y="323933"/>
                </a:cubicBezTo>
                <a:cubicBezTo>
                  <a:pt x="489774" y="340982"/>
                  <a:pt x="477374" y="355706"/>
                  <a:pt x="460325" y="357256"/>
                </a:cubicBezTo>
                <a:cubicBezTo>
                  <a:pt x="460325" y="357256"/>
                  <a:pt x="460325" y="357256"/>
                  <a:pt x="460325" y="357256"/>
                </a:cubicBezTo>
                <a:cubicBezTo>
                  <a:pt x="458000" y="357256"/>
                  <a:pt x="454901" y="357256"/>
                  <a:pt x="452576" y="356481"/>
                </a:cubicBezTo>
                <a:lnTo>
                  <a:pt x="452576" y="357256"/>
                </a:lnTo>
                <a:cubicBezTo>
                  <a:pt x="454126" y="374305"/>
                  <a:pt x="441726" y="389029"/>
                  <a:pt x="424677" y="390579"/>
                </a:cubicBezTo>
                <a:cubicBezTo>
                  <a:pt x="424677" y="390579"/>
                  <a:pt x="424677" y="390579"/>
                  <a:pt x="424677" y="390579"/>
                </a:cubicBezTo>
                <a:cubicBezTo>
                  <a:pt x="422352" y="390579"/>
                  <a:pt x="419252" y="390579"/>
                  <a:pt x="416928" y="389804"/>
                </a:cubicBezTo>
                <a:lnTo>
                  <a:pt x="416928" y="390579"/>
                </a:lnTo>
                <a:cubicBezTo>
                  <a:pt x="418478" y="407628"/>
                  <a:pt x="406078" y="422352"/>
                  <a:pt x="389029" y="423902"/>
                </a:cubicBezTo>
                <a:cubicBezTo>
                  <a:pt x="389029" y="423902"/>
                  <a:pt x="389029" y="423902"/>
                  <a:pt x="389029" y="423902"/>
                </a:cubicBezTo>
                <a:cubicBezTo>
                  <a:pt x="388254" y="423902"/>
                  <a:pt x="387479" y="423902"/>
                  <a:pt x="386704" y="423902"/>
                </a:cubicBezTo>
                <a:cubicBezTo>
                  <a:pt x="381280" y="423902"/>
                  <a:pt x="375855" y="422352"/>
                  <a:pt x="370430" y="419252"/>
                </a:cubicBezTo>
                <a:lnTo>
                  <a:pt x="360356" y="411503"/>
                </a:lnTo>
                <a:lnTo>
                  <a:pt x="385154" y="382829"/>
                </a:lnTo>
                <a:cubicBezTo>
                  <a:pt x="396004" y="369655"/>
                  <a:pt x="394454" y="350281"/>
                  <a:pt x="382054" y="339432"/>
                </a:cubicBezTo>
                <a:cubicBezTo>
                  <a:pt x="376630" y="334782"/>
                  <a:pt x="369655" y="331682"/>
                  <a:pt x="361906" y="331682"/>
                </a:cubicBezTo>
                <a:cubicBezTo>
                  <a:pt x="359581" y="331682"/>
                  <a:pt x="356481" y="331682"/>
                  <a:pt x="354156" y="332457"/>
                </a:cubicBezTo>
                <a:cubicBezTo>
                  <a:pt x="353381" y="323158"/>
                  <a:pt x="349506" y="314633"/>
                  <a:pt x="342532" y="308433"/>
                </a:cubicBezTo>
                <a:cubicBezTo>
                  <a:pt x="336332" y="303009"/>
                  <a:pt x="327807" y="299909"/>
                  <a:pt x="319283" y="299909"/>
                </a:cubicBezTo>
                <a:lnTo>
                  <a:pt x="319283" y="299909"/>
                </a:lnTo>
                <a:cubicBezTo>
                  <a:pt x="315408" y="299909"/>
                  <a:pt x="312308" y="300684"/>
                  <a:pt x="308433" y="301459"/>
                </a:cubicBezTo>
                <a:cubicBezTo>
                  <a:pt x="308433" y="290609"/>
                  <a:pt x="303784" y="280535"/>
                  <a:pt x="295259" y="272785"/>
                </a:cubicBezTo>
                <a:cubicBezTo>
                  <a:pt x="288285" y="266586"/>
                  <a:pt x="279760" y="262711"/>
                  <a:pt x="270460" y="263486"/>
                </a:cubicBezTo>
                <a:lnTo>
                  <a:pt x="270460" y="263486"/>
                </a:lnTo>
                <a:cubicBezTo>
                  <a:pt x="265811" y="263486"/>
                  <a:pt x="261161" y="264261"/>
                  <a:pt x="256511" y="265811"/>
                </a:cubicBezTo>
                <a:cubicBezTo>
                  <a:pt x="255736" y="254961"/>
                  <a:pt x="251087" y="244887"/>
                  <a:pt x="243337" y="237912"/>
                </a:cubicBezTo>
                <a:cubicBezTo>
                  <a:pt x="236362" y="231713"/>
                  <a:pt x="227838" y="227838"/>
                  <a:pt x="218538" y="228613"/>
                </a:cubicBezTo>
                <a:lnTo>
                  <a:pt x="218538" y="228613"/>
                </a:lnTo>
                <a:cubicBezTo>
                  <a:pt x="207689" y="228613"/>
                  <a:pt x="196839" y="233262"/>
                  <a:pt x="189090" y="241787"/>
                </a:cubicBezTo>
                <a:lnTo>
                  <a:pt x="168941" y="265036"/>
                </a:lnTo>
                <a:lnTo>
                  <a:pt x="168166" y="264261"/>
                </a:lnTo>
                <a:lnTo>
                  <a:pt x="115469" y="203039"/>
                </a:lnTo>
                <a:lnTo>
                  <a:pt x="182890" y="91445"/>
                </a:lnTo>
                <a:cubicBezTo>
                  <a:pt x="199939" y="99970"/>
                  <a:pt x="219313" y="103844"/>
                  <a:pt x="238687" y="103069"/>
                </a:cubicBezTo>
                <a:cubicBezTo>
                  <a:pt x="254186" y="103069"/>
                  <a:pt x="269686" y="101520"/>
                  <a:pt x="283635" y="99970"/>
                </a:cubicBezTo>
                <a:cubicBezTo>
                  <a:pt x="285185" y="99970"/>
                  <a:pt x="286735" y="99970"/>
                  <a:pt x="288285" y="99970"/>
                </a:cubicBezTo>
                <a:cubicBezTo>
                  <a:pt x="295259" y="99970"/>
                  <a:pt x="302234" y="100745"/>
                  <a:pt x="308433" y="103069"/>
                </a:cubicBezTo>
                <a:lnTo>
                  <a:pt x="265811" y="153442"/>
                </a:lnTo>
                <a:cubicBezTo>
                  <a:pt x="257286" y="162741"/>
                  <a:pt x="253411" y="175141"/>
                  <a:pt x="254186" y="187540"/>
                </a:cubicBezTo>
                <a:cubicBezTo>
                  <a:pt x="254961" y="199939"/>
                  <a:pt x="261161" y="210789"/>
                  <a:pt x="270460" y="219313"/>
                </a:cubicBezTo>
                <a:lnTo>
                  <a:pt x="270460" y="219313"/>
                </a:lnTo>
                <a:lnTo>
                  <a:pt x="270460" y="219313"/>
                </a:lnTo>
                <a:cubicBezTo>
                  <a:pt x="278985" y="226288"/>
                  <a:pt x="289834" y="230163"/>
                  <a:pt x="300684" y="230163"/>
                </a:cubicBezTo>
                <a:cubicBezTo>
                  <a:pt x="302234" y="230163"/>
                  <a:pt x="303009" y="230163"/>
                  <a:pt x="304559" y="230163"/>
                </a:cubicBezTo>
                <a:cubicBezTo>
                  <a:pt x="316958" y="229388"/>
                  <a:pt x="328582" y="223188"/>
                  <a:pt x="336332" y="213888"/>
                </a:cubicBezTo>
                <a:lnTo>
                  <a:pt x="389029" y="153442"/>
                </a:lnTo>
                <a:lnTo>
                  <a:pt x="389029" y="153442"/>
                </a:lnTo>
                <a:lnTo>
                  <a:pt x="397554" y="161191"/>
                </a:lnTo>
                <a:lnTo>
                  <a:pt x="522322" y="268136"/>
                </a:lnTo>
                <a:cubicBezTo>
                  <a:pt x="527747" y="272785"/>
                  <a:pt x="530847" y="280535"/>
                  <a:pt x="530847" y="287510"/>
                </a:cubicBezTo>
                <a:cubicBezTo>
                  <a:pt x="530847" y="288285"/>
                  <a:pt x="530847" y="290609"/>
                  <a:pt x="530847" y="290609"/>
                </a:cubicBezTo>
                <a:cubicBezTo>
                  <a:pt x="532396" y="306884"/>
                  <a:pt x="519997" y="320833"/>
                  <a:pt x="503723" y="322383"/>
                </a:cubicBezTo>
                <a:cubicBezTo>
                  <a:pt x="503723" y="322383"/>
                  <a:pt x="503723" y="322383"/>
                  <a:pt x="503723" y="322383"/>
                </a:cubicBezTo>
                <a:close/>
                <a:moveTo>
                  <a:pt x="541696" y="265811"/>
                </a:moveTo>
                <a:cubicBezTo>
                  <a:pt x="539371" y="261936"/>
                  <a:pt x="536271" y="258836"/>
                  <a:pt x="533171" y="255736"/>
                </a:cubicBezTo>
                <a:lnTo>
                  <a:pt x="388254" y="130968"/>
                </a:lnTo>
                <a:lnTo>
                  <a:pt x="324708" y="203814"/>
                </a:lnTo>
                <a:cubicBezTo>
                  <a:pt x="319283" y="210014"/>
                  <a:pt x="312308" y="213888"/>
                  <a:pt x="303784" y="214663"/>
                </a:cubicBezTo>
                <a:cubicBezTo>
                  <a:pt x="303009" y="214663"/>
                  <a:pt x="302234" y="214663"/>
                  <a:pt x="301459" y="214663"/>
                </a:cubicBezTo>
                <a:cubicBezTo>
                  <a:pt x="293709" y="214663"/>
                  <a:pt x="286735" y="211564"/>
                  <a:pt x="280535" y="206914"/>
                </a:cubicBezTo>
                <a:cubicBezTo>
                  <a:pt x="267361" y="196064"/>
                  <a:pt x="265811" y="177465"/>
                  <a:pt x="276660" y="164291"/>
                </a:cubicBezTo>
                <a:cubicBezTo>
                  <a:pt x="276660" y="164291"/>
                  <a:pt x="277435" y="163516"/>
                  <a:pt x="277435" y="163516"/>
                </a:cubicBezTo>
                <a:lnTo>
                  <a:pt x="338657" y="93770"/>
                </a:lnTo>
                <a:cubicBezTo>
                  <a:pt x="344856" y="86795"/>
                  <a:pt x="353381" y="83695"/>
                  <a:pt x="361906" y="83695"/>
                </a:cubicBezTo>
                <a:cubicBezTo>
                  <a:pt x="362681" y="83695"/>
                  <a:pt x="363455" y="83695"/>
                  <a:pt x="365005" y="83695"/>
                </a:cubicBezTo>
                <a:cubicBezTo>
                  <a:pt x="366555" y="83695"/>
                  <a:pt x="367330" y="84470"/>
                  <a:pt x="368880" y="84470"/>
                </a:cubicBezTo>
                <a:cubicBezTo>
                  <a:pt x="404528" y="91445"/>
                  <a:pt x="437077" y="103844"/>
                  <a:pt x="475049" y="103844"/>
                </a:cubicBezTo>
                <a:cubicBezTo>
                  <a:pt x="494423" y="103844"/>
                  <a:pt x="513797" y="100745"/>
                  <a:pt x="531621" y="93770"/>
                </a:cubicBezTo>
                <a:lnTo>
                  <a:pt x="576569" y="166616"/>
                </a:lnTo>
                <a:lnTo>
                  <a:pt x="597493" y="201489"/>
                </a:lnTo>
                <a:lnTo>
                  <a:pt x="541696" y="265811"/>
                </a:lnTo>
                <a:close/>
                <a:moveTo>
                  <a:pt x="633916" y="203039"/>
                </a:moveTo>
                <a:cubicBezTo>
                  <a:pt x="631591" y="204589"/>
                  <a:pt x="628491" y="205364"/>
                  <a:pt x="626166" y="205364"/>
                </a:cubicBezTo>
                <a:cubicBezTo>
                  <a:pt x="622292" y="205364"/>
                  <a:pt x="618417" y="203814"/>
                  <a:pt x="615317" y="200714"/>
                </a:cubicBezTo>
                <a:lnTo>
                  <a:pt x="610667" y="192965"/>
                </a:lnTo>
                <a:lnTo>
                  <a:pt x="589743" y="158866"/>
                </a:lnTo>
                <a:lnTo>
                  <a:pt x="540921" y="78271"/>
                </a:lnTo>
                <a:cubicBezTo>
                  <a:pt x="536271" y="71296"/>
                  <a:pt x="538596" y="62772"/>
                  <a:pt x="544796" y="58122"/>
                </a:cubicBezTo>
                <a:cubicBezTo>
                  <a:pt x="545571" y="58122"/>
                  <a:pt x="545571" y="57347"/>
                  <a:pt x="546346" y="57347"/>
                </a:cubicBezTo>
                <a:lnTo>
                  <a:pt x="606017" y="20924"/>
                </a:lnTo>
                <a:lnTo>
                  <a:pt x="693588" y="166616"/>
                </a:lnTo>
                <a:lnTo>
                  <a:pt x="633916" y="203039"/>
                </a:lnTo>
                <a:close/>
              </a:path>
            </a:pathLst>
          </a:custGeom>
          <a:solidFill>
            <a:schemeClr val="accent5"/>
          </a:solidFill>
          <a:ln w="77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" name="Graphic 47" descr="Monitor outline">
            <a:extLst>
              <a:ext uri="{FF2B5EF4-FFF2-40B4-BE49-F238E27FC236}">
                <a16:creationId xmlns:a16="http://schemas.microsoft.com/office/drawing/2014/main" id="{102FD61E-FF75-231C-A353-D38542A9BD73}"/>
              </a:ext>
            </a:extLst>
          </p:cNvPr>
          <p:cNvGrpSpPr/>
          <p:nvPr/>
        </p:nvGrpSpPr>
        <p:grpSpPr>
          <a:xfrm>
            <a:off x="4850967" y="3736849"/>
            <a:ext cx="619966" cy="527087"/>
            <a:chOff x="4850967" y="3736849"/>
            <a:chExt cx="619966" cy="527087"/>
          </a:xfrm>
          <a:solidFill>
            <a:schemeClr val="accent5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CAB271-2AC8-4CDB-4A1D-DC5904944E84}"/>
                </a:ext>
              </a:extLst>
            </p:cNvPr>
            <p:cNvSpPr/>
            <p:nvPr/>
          </p:nvSpPr>
          <p:spPr>
            <a:xfrm>
              <a:off x="4850967" y="3736849"/>
              <a:ext cx="619966" cy="527087"/>
            </a:xfrm>
            <a:custGeom>
              <a:avLst/>
              <a:gdLst>
                <a:gd name="connsiteX0" fmla="*/ 588968 w 619966"/>
                <a:gd name="connsiteY0" fmla="*/ 0 h 527087"/>
                <a:gd name="connsiteX1" fmla="*/ 30998 w 619966"/>
                <a:gd name="connsiteY1" fmla="*/ 0 h 527087"/>
                <a:gd name="connsiteX2" fmla="*/ 0 w 619966"/>
                <a:gd name="connsiteY2" fmla="*/ 30998 h 527087"/>
                <a:gd name="connsiteX3" fmla="*/ 0 w 619966"/>
                <a:gd name="connsiteY3" fmla="*/ 403095 h 527087"/>
                <a:gd name="connsiteX4" fmla="*/ 30998 w 619966"/>
                <a:gd name="connsiteY4" fmla="*/ 434093 h 527087"/>
                <a:gd name="connsiteX5" fmla="*/ 255736 w 619966"/>
                <a:gd name="connsiteY5" fmla="*/ 434093 h 527087"/>
                <a:gd name="connsiteX6" fmla="*/ 255736 w 619966"/>
                <a:gd name="connsiteY6" fmla="*/ 511589 h 527087"/>
                <a:gd name="connsiteX7" fmla="*/ 170491 w 619966"/>
                <a:gd name="connsiteY7" fmla="*/ 511589 h 527087"/>
                <a:gd name="connsiteX8" fmla="*/ 170491 w 619966"/>
                <a:gd name="connsiteY8" fmla="*/ 527088 h 527087"/>
                <a:gd name="connsiteX9" fmla="*/ 449476 w 619966"/>
                <a:gd name="connsiteY9" fmla="*/ 527088 h 527087"/>
                <a:gd name="connsiteX10" fmla="*/ 449476 w 619966"/>
                <a:gd name="connsiteY10" fmla="*/ 511589 h 527087"/>
                <a:gd name="connsiteX11" fmla="*/ 364230 w 619966"/>
                <a:gd name="connsiteY11" fmla="*/ 511589 h 527087"/>
                <a:gd name="connsiteX12" fmla="*/ 364230 w 619966"/>
                <a:gd name="connsiteY12" fmla="*/ 434093 h 527087"/>
                <a:gd name="connsiteX13" fmla="*/ 588968 w 619966"/>
                <a:gd name="connsiteY13" fmla="*/ 434093 h 527087"/>
                <a:gd name="connsiteX14" fmla="*/ 619967 w 619966"/>
                <a:gd name="connsiteY14" fmla="*/ 403095 h 527087"/>
                <a:gd name="connsiteX15" fmla="*/ 619967 w 619966"/>
                <a:gd name="connsiteY15" fmla="*/ 30998 h 527087"/>
                <a:gd name="connsiteX16" fmla="*/ 588968 w 619966"/>
                <a:gd name="connsiteY16" fmla="*/ 0 h 527087"/>
                <a:gd name="connsiteX17" fmla="*/ 348731 w 619966"/>
                <a:gd name="connsiteY17" fmla="*/ 511620 h 527087"/>
                <a:gd name="connsiteX18" fmla="*/ 271235 w 619966"/>
                <a:gd name="connsiteY18" fmla="*/ 511620 h 527087"/>
                <a:gd name="connsiteX19" fmla="*/ 271235 w 619966"/>
                <a:gd name="connsiteY19" fmla="*/ 434124 h 527087"/>
                <a:gd name="connsiteX20" fmla="*/ 348731 w 619966"/>
                <a:gd name="connsiteY20" fmla="*/ 434124 h 527087"/>
                <a:gd name="connsiteX21" fmla="*/ 604468 w 619966"/>
                <a:gd name="connsiteY21" fmla="*/ 403126 h 527087"/>
                <a:gd name="connsiteX22" fmla="*/ 588968 w 619966"/>
                <a:gd name="connsiteY22" fmla="*/ 418625 h 527087"/>
                <a:gd name="connsiteX23" fmla="*/ 30998 w 619966"/>
                <a:gd name="connsiteY23" fmla="*/ 418625 h 527087"/>
                <a:gd name="connsiteX24" fmla="*/ 15499 w 619966"/>
                <a:gd name="connsiteY24" fmla="*/ 403126 h 527087"/>
                <a:gd name="connsiteX25" fmla="*/ 15499 w 619966"/>
                <a:gd name="connsiteY25" fmla="*/ 30998 h 527087"/>
                <a:gd name="connsiteX26" fmla="*/ 30998 w 619966"/>
                <a:gd name="connsiteY26" fmla="*/ 15499 h 527087"/>
                <a:gd name="connsiteX27" fmla="*/ 588968 w 619966"/>
                <a:gd name="connsiteY27" fmla="*/ 15499 h 527087"/>
                <a:gd name="connsiteX28" fmla="*/ 604468 w 619966"/>
                <a:gd name="connsiteY28" fmla="*/ 30998 h 52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19966" h="527087">
                  <a:moveTo>
                    <a:pt x="588968" y="0"/>
                  </a:moveTo>
                  <a:lnTo>
                    <a:pt x="30998" y="0"/>
                  </a:lnTo>
                  <a:cubicBezTo>
                    <a:pt x="13900" y="51"/>
                    <a:pt x="51" y="13900"/>
                    <a:pt x="0" y="30998"/>
                  </a:cubicBezTo>
                  <a:lnTo>
                    <a:pt x="0" y="403095"/>
                  </a:lnTo>
                  <a:cubicBezTo>
                    <a:pt x="55" y="420192"/>
                    <a:pt x="13901" y="434038"/>
                    <a:pt x="30998" y="434093"/>
                  </a:cubicBezTo>
                  <a:lnTo>
                    <a:pt x="255736" y="434093"/>
                  </a:lnTo>
                  <a:lnTo>
                    <a:pt x="255736" y="511589"/>
                  </a:lnTo>
                  <a:lnTo>
                    <a:pt x="170491" y="511589"/>
                  </a:lnTo>
                  <a:lnTo>
                    <a:pt x="170491" y="527088"/>
                  </a:lnTo>
                  <a:lnTo>
                    <a:pt x="449476" y="527088"/>
                  </a:lnTo>
                  <a:lnTo>
                    <a:pt x="449476" y="511589"/>
                  </a:lnTo>
                  <a:lnTo>
                    <a:pt x="364230" y="511589"/>
                  </a:lnTo>
                  <a:lnTo>
                    <a:pt x="364230" y="434093"/>
                  </a:lnTo>
                  <a:lnTo>
                    <a:pt x="588968" y="434093"/>
                  </a:lnTo>
                  <a:cubicBezTo>
                    <a:pt x="606065" y="434038"/>
                    <a:pt x="619912" y="420192"/>
                    <a:pt x="619967" y="403095"/>
                  </a:cubicBezTo>
                  <a:lnTo>
                    <a:pt x="619967" y="30998"/>
                  </a:lnTo>
                  <a:cubicBezTo>
                    <a:pt x="619916" y="13900"/>
                    <a:pt x="606067" y="51"/>
                    <a:pt x="588968" y="0"/>
                  </a:cubicBezTo>
                  <a:close/>
                  <a:moveTo>
                    <a:pt x="348731" y="511620"/>
                  </a:moveTo>
                  <a:lnTo>
                    <a:pt x="271235" y="511620"/>
                  </a:lnTo>
                  <a:lnTo>
                    <a:pt x="271235" y="434124"/>
                  </a:lnTo>
                  <a:lnTo>
                    <a:pt x="348731" y="434124"/>
                  </a:lnTo>
                  <a:close/>
                  <a:moveTo>
                    <a:pt x="604468" y="403126"/>
                  </a:moveTo>
                  <a:cubicBezTo>
                    <a:pt x="604468" y="411686"/>
                    <a:pt x="597529" y="418625"/>
                    <a:pt x="588968" y="418625"/>
                  </a:cubicBezTo>
                  <a:lnTo>
                    <a:pt x="30998" y="418625"/>
                  </a:lnTo>
                  <a:cubicBezTo>
                    <a:pt x="22438" y="418625"/>
                    <a:pt x="15499" y="411686"/>
                    <a:pt x="15499" y="403126"/>
                  </a:cubicBezTo>
                  <a:lnTo>
                    <a:pt x="15499" y="30998"/>
                  </a:lnTo>
                  <a:cubicBezTo>
                    <a:pt x="15499" y="22438"/>
                    <a:pt x="22438" y="15499"/>
                    <a:pt x="30998" y="15499"/>
                  </a:cubicBezTo>
                  <a:lnTo>
                    <a:pt x="588968" y="15499"/>
                  </a:lnTo>
                  <a:cubicBezTo>
                    <a:pt x="597529" y="15499"/>
                    <a:pt x="604468" y="22438"/>
                    <a:pt x="604468" y="30998"/>
                  </a:cubicBezTo>
                  <a:close/>
                </a:path>
              </a:pathLst>
            </a:custGeom>
            <a:grpFill/>
            <a:ln w="7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4EF61A-E582-8FEA-66EC-2344DCCFE871}"/>
                </a:ext>
              </a:extLst>
            </p:cNvPr>
            <p:cNvSpPr/>
            <p:nvPr/>
          </p:nvSpPr>
          <p:spPr>
            <a:xfrm>
              <a:off x="4889715" y="3775597"/>
              <a:ext cx="542470" cy="356589"/>
            </a:xfrm>
            <a:custGeom>
              <a:avLst/>
              <a:gdLst>
                <a:gd name="connsiteX0" fmla="*/ 15499 w 542470"/>
                <a:gd name="connsiteY0" fmla="*/ 0 h 356589"/>
                <a:gd name="connsiteX1" fmla="*/ 0 w 542470"/>
                <a:gd name="connsiteY1" fmla="*/ 0 h 356589"/>
                <a:gd name="connsiteX2" fmla="*/ 0 w 542470"/>
                <a:gd name="connsiteY2" fmla="*/ 356589 h 356589"/>
                <a:gd name="connsiteX3" fmla="*/ 542471 w 542470"/>
                <a:gd name="connsiteY3" fmla="*/ 356589 h 356589"/>
                <a:gd name="connsiteX4" fmla="*/ 542471 w 542470"/>
                <a:gd name="connsiteY4" fmla="*/ 0 h 356589"/>
                <a:gd name="connsiteX5" fmla="*/ 15499 w 542470"/>
                <a:gd name="connsiteY5" fmla="*/ 0 h 356589"/>
                <a:gd name="connsiteX6" fmla="*/ 526972 w 542470"/>
                <a:gd name="connsiteY6" fmla="*/ 341090 h 356589"/>
                <a:gd name="connsiteX7" fmla="*/ 15499 w 542470"/>
                <a:gd name="connsiteY7" fmla="*/ 341090 h 356589"/>
                <a:gd name="connsiteX8" fmla="*/ 15499 w 542470"/>
                <a:gd name="connsiteY8" fmla="*/ 15499 h 356589"/>
                <a:gd name="connsiteX9" fmla="*/ 526972 w 542470"/>
                <a:gd name="connsiteY9" fmla="*/ 15499 h 35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2470" h="356589">
                  <a:moveTo>
                    <a:pt x="15499" y="0"/>
                  </a:moveTo>
                  <a:lnTo>
                    <a:pt x="0" y="0"/>
                  </a:lnTo>
                  <a:lnTo>
                    <a:pt x="0" y="356589"/>
                  </a:lnTo>
                  <a:lnTo>
                    <a:pt x="542471" y="356589"/>
                  </a:lnTo>
                  <a:lnTo>
                    <a:pt x="542471" y="0"/>
                  </a:lnTo>
                  <a:lnTo>
                    <a:pt x="15499" y="0"/>
                  </a:lnTo>
                  <a:close/>
                  <a:moveTo>
                    <a:pt x="526972" y="341090"/>
                  </a:moveTo>
                  <a:lnTo>
                    <a:pt x="15499" y="341090"/>
                  </a:lnTo>
                  <a:lnTo>
                    <a:pt x="15499" y="15499"/>
                  </a:lnTo>
                  <a:lnTo>
                    <a:pt x="526972" y="15499"/>
                  </a:lnTo>
                  <a:close/>
                </a:path>
              </a:pathLst>
            </a:custGeom>
            <a:grpFill/>
            <a:ln w="7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Graphic 33" descr="Court outline">
            <a:extLst>
              <a:ext uri="{FF2B5EF4-FFF2-40B4-BE49-F238E27FC236}">
                <a16:creationId xmlns:a16="http://schemas.microsoft.com/office/drawing/2014/main" id="{CB31B399-3C84-3ADC-8548-4CB3140218B4}"/>
              </a:ext>
            </a:extLst>
          </p:cNvPr>
          <p:cNvSpPr/>
          <p:nvPr/>
        </p:nvSpPr>
        <p:spPr>
          <a:xfrm>
            <a:off x="6720061" y="3187151"/>
            <a:ext cx="588968" cy="557970"/>
          </a:xfrm>
          <a:custGeom>
            <a:avLst/>
            <a:gdLst>
              <a:gd name="connsiteX0" fmla="*/ 534721 w 588968"/>
              <a:gd name="connsiteY0" fmla="*/ 488387 h 557970"/>
              <a:gd name="connsiteX1" fmla="*/ 534721 w 588968"/>
              <a:gd name="connsiteY1" fmla="*/ 464975 h 557970"/>
              <a:gd name="connsiteX2" fmla="*/ 511473 w 588968"/>
              <a:gd name="connsiteY2" fmla="*/ 464975 h 557970"/>
              <a:gd name="connsiteX3" fmla="*/ 511473 w 588968"/>
              <a:gd name="connsiteY3" fmla="*/ 224738 h 557970"/>
              <a:gd name="connsiteX4" fmla="*/ 534721 w 588968"/>
              <a:gd name="connsiteY4" fmla="*/ 224738 h 557970"/>
              <a:gd name="connsiteX5" fmla="*/ 534721 w 588968"/>
              <a:gd name="connsiteY5" fmla="*/ 185990 h 557970"/>
              <a:gd name="connsiteX6" fmla="*/ 573469 w 588968"/>
              <a:gd name="connsiteY6" fmla="*/ 185990 h 557970"/>
              <a:gd name="connsiteX7" fmla="*/ 573469 w 588968"/>
              <a:gd name="connsiteY7" fmla="*/ 170491 h 557970"/>
              <a:gd name="connsiteX8" fmla="*/ 294484 w 588968"/>
              <a:gd name="connsiteY8" fmla="*/ 0 h 557970"/>
              <a:gd name="connsiteX9" fmla="*/ 15499 w 588968"/>
              <a:gd name="connsiteY9" fmla="*/ 170491 h 557970"/>
              <a:gd name="connsiteX10" fmla="*/ 15499 w 588968"/>
              <a:gd name="connsiteY10" fmla="*/ 185990 h 557970"/>
              <a:gd name="connsiteX11" fmla="*/ 54247 w 588968"/>
              <a:gd name="connsiteY11" fmla="*/ 185990 h 557970"/>
              <a:gd name="connsiteX12" fmla="*/ 54247 w 588968"/>
              <a:gd name="connsiteY12" fmla="*/ 224738 h 557970"/>
              <a:gd name="connsiteX13" fmla="*/ 77496 w 588968"/>
              <a:gd name="connsiteY13" fmla="*/ 224738 h 557970"/>
              <a:gd name="connsiteX14" fmla="*/ 77496 w 588968"/>
              <a:gd name="connsiteY14" fmla="*/ 464975 h 557970"/>
              <a:gd name="connsiteX15" fmla="*/ 54247 w 588968"/>
              <a:gd name="connsiteY15" fmla="*/ 464975 h 557970"/>
              <a:gd name="connsiteX16" fmla="*/ 54247 w 588968"/>
              <a:gd name="connsiteY16" fmla="*/ 488387 h 557970"/>
              <a:gd name="connsiteX17" fmla="*/ 0 w 588968"/>
              <a:gd name="connsiteY17" fmla="*/ 527134 h 557970"/>
              <a:gd name="connsiteX18" fmla="*/ 0 w 588968"/>
              <a:gd name="connsiteY18" fmla="*/ 557970 h 557970"/>
              <a:gd name="connsiteX19" fmla="*/ 588968 w 588968"/>
              <a:gd name="connsiteY19" fmla="*/ 557970 h 557970"/>
              <a:gd name="connsiteX20" fmla="*/ 588968 w 588968"/>
              <a:gd name="connsiteY20" fmla="*/ 527142 h 557970"/>
              <a:gd name="connsiteX21" fmla="*/ 495973 w 588968"/>
              <a:gd name="connsiteY21" fmla="*/ 464975 h 557970"/>
              <a:gd name="connsiteX22" fmla="*/ 464975 w 588968"/>
              <a:gd name="connsiteY22" fmla="*/ 464975 h 557970"/>
              <a:gd name="connsiteX23" fmla="*/ 464975 w 588968"/>
              <a:gd name="connsiteY23" fmla="*/ 224738 h 557970"/>
              <a:gd name="connsiteX24" fmla="*/ 495973 w 588968"/>
              <a:gd name="connsiteY24" fmla="*/ 224738 h 557970"/>
              <a:gd name="connsiteX25" fmla="*/ 139493 w 588968"/>
              <a:gd name="connsiteY25" fmla="*/ 224738 h 557970"/>
              <a:gd name="connsiteX26" fmla="*/ 201489 w 588968"/>
              <a:gd name="connsiteY26" fmla="*/ 224738 h 557970"/>
              <a:gd name="connsiteX27" fmla="*/ 201489 w 588968"/>
              <a:gd name="connsiteY27" fmla="*/ 464975 h 557970"/>
              <a:gd name="connsiteX28" fmla="*/ 139493 w 588968"/>
              <a:gd name="connsiteY28" fmla="*/ 464975 h 557970"/>
              <a:gd name="connsiteX29" fmla="*/ 216988 w 588968"/>
              <a:gd name="connsiteY29" fmla="*/ 224738 h 557970"/>
              <a:gd name="connsiteX30" fmla="*/ 247987 w 588968"/>
              <a:gd name="connsiteY30" fmla="*/ 224738 h 557970"/>
              <a:gd name="connsiteX31" fmla="*/ 247987 w 588968"/>
              <a:gd name="connsiteY31" fmla="*/ 464975 h 557970"/>
              <a:gd name="connsiteX32" fmla="*/ 216988 w 588968"/>
              <a:gd name="connsiteY32" fmla="*/ 464975 h 557970"/>
              <a:gd name="connsiteX33" fmla="*/ 263486 w 588968"/>
              <a:gd name="connsiteY33" fmla="*/ 224738 h 557970"/>
              <a:gd name="connsiteX34" fmla="*/ 325483 w 588968"/>
              <a:gd name="connsiteY34" fmla="*/ 224738 h 557970"/>
              <a:gd name="connsiteX35" fmla="*/ 325483 w 588968"/>
              <a:gd name="connsiteY35" fmla="*/ 464975 h 557970"/>
              <a:gd name="connsiteX36" fmla="*/ 263486 w 588968"/>
              <a:gd name="connsiteY36" fmla="*/ 464975 h 557970"/>
              <a:gd name="connsiteX37" fmla="*/ 340982 w 588968"/>
              <a:gd name="connsiteY37" fmla="*/ 224738 h 557970"/>
              <a:gd name="connsiteX38" fmla="*/ 371980 w 588968"/>
              <a:gd name="connsiteY38" fmla="*/ 224738 h 557970"/>
              <a:gd name="connsiteX39" fmla="*/ 371980 w 588968"/>
              <a:gd name="connsiteY39" fmla="*/ 464975 h 557970"/>
              <a:gd name="connsiteX40" fmla="*/ 340982 w 588968"/>
              <a:gd name="connsiteY40" fmla="*/ 464975 h 557970"/>
              <a:gd name="connsiteX41" fmla="*/ 387479 w 588968"/>
              <a:gd name="connsiteY41" fmla="*/ 224738 h 557970"/>
              <a:gd name="connsiteX42" fmla="*/ 449476 w 588968"/>
              <a:gd name="connsiteY42" fmla="*/ 224738 h 557970"/>
              <a:gd name="connsiteX43" fmla="*/ 449476 w 588968"/>
              <a:gd name="connsiteY43" fmla="*/ 464975 h 557970"/>
              <a:gd name="connsiteX44" fmla="*/ 387479 w 588968"/>
              <a:gd name="connsiteY44" fmla="*/ 464975 h 557970"/>
              <a:gd name="connsiteX45" fmla="*/ 45459 w 588968"/>
              <a:gd name="connsiteY45" fmla="*/ 170344 h 557970"/>
              <a:gd name="connsiteX46" fmla="*/ 294484 w 588968"/>
              <a:gd name="connsiteY46" fmla="*/ 18188 h 557970"/>
              <a:gd name="connsiteX47" fmla="*/ 543509 w 588968"/>
              <a:gd name="connsiteY47" fmla="*/ 170344 h 557970"/>
              <a:gd name="connsiteX48" fmla="*/ 543559 w 588968"/>
              <a:gd name="connsiteY48" fmla="*/ 170441 h 557970"/>
              <a:gd name="connsiteX49" fmla="*/ 543509 w 588968"/>
              <a:gd name="connsiteY49" fmla="*/ 170491 h 557970"/>
              <a:gd name="connsiteX50" fmla="*/ 45506 w 588968"/>
              <a:gd name="connsiteY50" fmla="*/ 170491 h 557970"/>
              <a:gd name="connsiteX51" fmla="*/ 45432 w 588968"/>
              <a:gd name="connsiteY51" fmla="*/ 170395 h 557970"/>
              <a:gd name="connsiteX52" fmla="*/ 45459 w 588968"/>
              <a:gd name="connsiteY52" fmla="*/ 170344 h 557970"/>
              <a:gd name="connsiteX53" fmla="*/ 69746 w 588968"/>
              <a:gd name="connsiteY53" fmla="*/ 185990 h 557970"/>
              <a:gd name="connsiteX54" fmla="*/ 519222 w 588968"/>
              <a:gd name="connsiteY54" fmla="*/ 185990 h 557970"/>
              <a:gd name="connsiteX55" fmla="*/ 519222 w 588968"/>
              <a:gd name="connsiteY55" fmla="*/ 209239 h 557970"/>
              <a:gd name="connsiteX56" fmla="*/ 69746 w 588968"/>
              <a:gd name="connsiteY56" fmla="*/ 209239 h 557970"/>
              <a:gd name="connsiteX57" fmla="*/ 92995 w 588968"/>
              <a:gd name="connsiteY57" fmla="*/ 224738 h 557970"/>
              <a:gd name="connsiteX58" fmla="*/ 123993 w 588968"/>
              <a:gd name="connsiteY58" fmla="*/ 224738 h 557970"/>
              <a:gd name="connsiteX59" fmla="*/ 123993 w 588968"/>
              <a:gd name="connsiteY59" fmla="*/ 464975 h 557970"/>
              <a:gd name="connsiteX60" fmla="*/ 92995 w 588968"/>
              <a:gd name="connsiteY60" fmla="*/ 464975 h 557970"/>
              <a:gd name="connsiteX61" fmla="*/ 69746 w 588968"/>
              <a:gd name="connsiteY61" fmla="*/ 496361 h 557970"/>
              <a:gd name="connsiteX62" fmla="*/ 69746 w 588968"/>
              <a:gd name="connsiteY62" fmla="*/ 480474 h 557970"/>
              <a:gd name="connsiteX63" fmla="*/ 519222 w 588968"/>
              <a:gd name="connsiteY63" fmla="*/ 480474 h 557970"/>
              <a:gd name="connsiteX64" fmla="*/ 519222 w 588968"/>
              <a:gd name="connsiteY64" fmla="*/ 496361 h 557970"/>
              <a:gd name="connsiteX65" fmla="*/ 525709 w 588968"/>
              <a:gd name="connsiteY65" fmla="*/ 501011 h 557970"/>
              <a:gd name="connsiteX66" fmla="*/ 529521 w 588968"/>
              <a:gd name="connsiteY66" fmla="*/ 503738 h 557970"/>
              <a:gd name="connsiteX67" fmla="*/ 59447 w 588968"/>
              <a:gd name="connsiteY67" fmla="*/ 503738 h 557970"/>
              <a:gd name="connsiteX68" fmla="*/ 63260 w 588968"/>
              <a:gd name="connsiteY68" fmla="*/ 501011 h 557970"/>
              <a:gd name="connsiteX69" fmla="*/ 573469 w 588968"/>
              <a:gd name="connsiteY69" fmla="*/ 542471 h 557970"/>
              <a:gd name="connsiteX70" fmla="*/ 15499 w 588968"/>
              <a:gd name="connsiteY70" fmla="*/ 542471 h 557970"/>
              <a:gd name="connsiteX71" fmla="*/ 15499 w 588968"/>
              <a:gd name="connsiteY71" fmla="*/ 535124 h 557970"/>
              <a:gd name="connsiteX72" fmla="*/ 37748 w 588968"/>
              <a:gd name="connsiteY72" fmla="*/ 519222 h 557970"/>
              <a:gd name="connsiteX73" fmla="*/ 551243 w 588968"/>
              <a:gd name="connsiteY73" fmla="*/ 519222 h 557970"/>
              <a:gd name="connsiteX74" fmla="*/ 573469 w 588968"/>
              <a:gd name="connsiteY74" fmla="*/ 535124 h 55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88968" h="557970">
                <a:moveTo>
                  <a:pt x="534721" y="488387"/>
                </a:moveTo>
                <a:lnTo>
                  <a:pt x="534721" y="464975"/>
                </a:lnTo>
                <a:lnTo>
                  <a:pt x="511473" y="464975"/>
                </a:lnTo>
                <a:lnTo>
                  <a:pt x="511473" y="224738"/>
                </a:lnTo>
                <a:lnTo>
                  <a:pt x="534721" y="224738"/>
                </a:lnTo>
                <a:lnTo>
                  <a:pt x="534721" y="185990"/>
                </a:lnTo>
                <a:lnTo>
                  <a:pt x="573469" y="185990"/>
                </a:lnTo>
                <a:lnTo>
                  <a:pt x="573469" y="170491"/>
                </a:lnTo>
                <a:lnTo>
                  <a:pt x="294484" y="0"/>
                </a:lnTo>
                <a:lnTo>
                  <a:pt x="15499" y="170491"/>
                </a:lnTo>
                <a:lnTo>
                  <a:pt x="15499" y="185990"/>
                </a:lnTo>
                <a:lnTo>
                  <a:pt x="54247" y="185990"/>
                </a:lnTo>
                <a:lnTo>
                  <a:pt x="54247" y="224738"/>
                </a:lnTo>
                <a:lnTo>
                  <a:pt x="77496" y="224738"/>
                </a:lnTo>
                <a:lnTo>
                  <a:pt x="77496" y="464975"/>
                </a:lnTo>
                <a:lnTo>
                  <a:pt x="54247" y="464975"/>
                </a:lnTo>
                <a:lnTo>
                  <a:pt x="54247" y="488387"/>
                </a:lnTo>
                <a:lnTo>
                  <a:pt x="0" y="527134"/>
                </a:lnTo>
                <a:lnTo>
                  <a:pt x="0" y="557970"/>
                </a:lnTo>
                <a:lnTo>
                  <a:pt x="588968" y="557970"/>
                </a:lnTo>
                <a:lnTo>
                  <a:pt x="588968" y="527142"/>
                </a:lnTo>
                <a:close/>
                <a:moveTo>
                  <a:pt x="495973" y="464975"/>
                </a:moveTo>
                <a:lnTo>
                  <a:pt x="464975" y="464975"/>
                </a:lnTo>
                <a:lnTo>
                  <a:pt x="464975" y="224738"/>
                </a:lnTo>
                <a:lnTo>
                  <a:pt x="495973" y="224738"/>
                </a:lnTo>
                <a:close/>
                <a:moveTo>
                  <a:pt x="139493" y="224738"/>
                </a:moveTo>
                <a:lnTo>
                  <a:pt x="201489" y="224738"/>
                </a:lnTo>
                <a:lnTo>
                  <a:pt x="201489" y="464975"/>
                </a:lnTo>
                <a:lnTo>
                  <a:pt x="139493" y="464975"/>
                </a:lnTo>
                <a:close/>
                <a:moveTo>
                  <a:pt x="216988" y="224738"/>
                </a:moveTo>
                <a:lnTo>
                  <a:pt x="247987" y="224738"/>
                </a:lnTo>
                <a:lnTo>
                  <a:pt x="247987" y="464975"/>
                </a:lnTo>
                <a:lnTo>
                  <a:pt x="216988" y="464975"/>
                </a:lnTo>
                <a:close/>
                <a:moveTo>
                  <a:pt x="263486" y="224738"/>
                </a:moveTo>
                <a:lnTo>
                  <a:pt x="325483" y="224738"/>
                </a:lnTo>
                <a:lnTo>
                  <a:pt x="325483" y="464975"/>
                </a:lnTo>
                <a:lnTo>
                  <a:pt x="263486" y="464975"/>
                </a:lnTo>
                <a:close/>
                <a:moveTo>
                  <a:pt x="340982" y="224738"/>
                </a:moveTo>
                <a:lnTo>
                  <a:pt x="371980" y="224738"/>
                </a:lnTo>
                <a:lnTo>
                  <a:pt x="371980" y="464975"/>
                </a:lnTo>
                <a:lnTo>
                  <a:pt x="340982" y="464975"/>
                </a:lnTo>
                <a:close/>
                <a:moveTo>
                  <a:pt x="387479" y="224738"/>
                </a:moveTo>
                <a:lnTo>
                  <a:pt x="449476" y="224738"/>
                </a:lnTo>
                <a:lnTo>
                  <a:pt x="449476" y="464975"/>
                </a:lnTo>
                <a:lnTo>
                  <a:pt x="387479" y="464975"/>
                </a:lnTo>
                <a:close/>
                <a:moveTo>
                  <a:pt x="45459" y="170344"/>
                </a:moveTo>
                <a:lnTo>
                  <a:pt x="294484" y="18188"/>
                </a:lnTo>
                <a:lnTo>
                  <a:pt x="543509" y="170344"/>
                </a:lnTo>
                <a:cubicBezTo>
                  <a:pt x="543550" y="170357"/>
                  <a:pt x="543572" y="170401"/>
                  <a:pt x="543559" y="170441"/>
                </a:cubicBezTo>
                <a:cubicBezTo>
                  <a:pt x="543551" y="170465"/>
                  <a:pt x="543533" y="170483"/>
                  <a:pt x="543509" y="170491"/>
                </a:cubicBezTo>
                <a:lnTo>
                  <a:pt x="45506" y="170491"/>
                </a:lnTo>
                <a:cubicBezTo>
                  <a:pt x="45459" y="170485"/>
                  <a:pt x="45426" y="170442"/>
                  <a:pt x="45432" y="170395"/>
                </a:cubicBezTo>
                <a:cubicBezTo>
                  <a:pt x="45435" y="170375"/>
                  <a:pt x="45444" y="170357"/>
                  <a:pt x="45459" y="170344"/>
                </a:cubicBezTo>
                <a:close/>
                <a:moveTo>
                  <a:pt x="69746" y="185990"/>
                </a:moveTo>
                <a:lnTo>
                  <a:pt x="519222" y="185990"/>
                </a:lnTo>
                <a:lnTo>
                  <a:pt x="519222" y="209239"/>
                </a:lnTo>
                <a:lnTo>
                  <a:pt x="69746" y="209239"/>
                </a:lnTo>
                <a:close/>
                <a:moveTo>
                  <a:pt x="92995" y="224738"/>
                </a:moveTo>
                <a:lnTo>
                  <a:pt x="123993" y="224738"/>
                </a:lnTo>
                <a:lnTo>
                  <a:pt x="123993" y="464975"/>
                </a:lnTo>
                <a:lnTo>
                  <a:pt x="92995" y="464975"/>
                </a:lnTo>
                <a:close/>
                <a:moveTo>
                  <a:pt x="69746" y="496361"/>
                </a:moveTo>
                <a:lnTo>
                  <a:pt x="69746" y="480474"/>
                </a:lnTo>
                <a:lnTo>
                  <a:pt x="519222" y="480474"/>
                </a:lnTo>
                <a:lnTo>
                  <a:pt x="519222" y="496361"/>
                </a:lnTo>
                <a:lnTo>
                  <a:pt x="525709" y="501011"/>
                </a:lnTo>
                <a:lnTo>
                  <a:pt x="529521" y="503738"/>
                </a:lnTo>
                <a:lnTo>
                  <a:pt x="59447" y="503738"/>
                </a:lnTo>
                <a:lnTo>
                  <a:pt x="63260" y="501011"/>
                </a:lnTo>
                <a:close/>
                <a:moveTo>
                  <a:pt x="573469" y="542471"/>
                </a:moveTo>
                <a:lnTo>
                  <a:pt x="15499" y="542471"/>
                </a:lnTo>
                <a:lnTo>
                  <a:pt x="15499" y="535124"/>
                </a:lnTo>
                <a:lnTo>
                  <a:pt x="37748" y="519222"/>
                </a:lnTo>
                <a:lnTo>
                  <a:pt x="551243" y="519222"/>
                </a:lnTo>
                <a:lnTo>
                  <a:pt x="573469" y="535124"/>
                </a:lnTo>
                <a:close/>
              </a:path>
            </a:pathLst>
          </a:custGeom>
          <a:solidFill>
            <a:schemeClr val="accent5"/>
          </a:solidFill>
          <a:ln w="77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39" descr="Diamond outline">
            <a:extLst>
              <a:ext uri="{FF2B5EF4-FFF2-40B4-BE49-F238E27FC236}">
                <a16:creationId xmlns:a16="http://schemas.microsoft.com/office/drawing/2014/main" id="{03C65E4D-AD6D-ADDC-39C3-2D76D93ACEF9}"/>
              </a:ext>
            </a:extLst>
          </p:cNvPr>
          <p:cNvSpPr/>
          <p:nvPr/>
        </p:nvSpPr>
        <p:spPr>
          <a:xfrm>
            <a:off x="8545522" y="3750880"/>
            <a:ext cx="671733" cy="499181"/>
          </a:xfrm>
          <a:custGeom>
            <a:avLst/>
            <a:gdLst>
              <a:gd name="connsiteX0" fmla="*/ 541076 w 671733"/>
              <a:gd name="connsiteY0" fmla="*/ 0 h 499181"/>
              <a:gd name="connsiteX1" fmla="*/ 130658 w 671733"/>
              <a:gd name="connsiteY1" fmla="*/ 0 h 499181"/>
              <a:gd name="connsiteX2" fmla="*/ 0 w 671733"/>
              <a:gd name="connsiteY2" fmla="*/ 163315 h 499181"/>
              <a:gd name="connsiteX3" fmla="*/ 335867 w 671733"/>
              <a:gd name="connsiteY3" fmla="*/ 499182 h 499181"/>
              <a:gd name="connsiteX4" fmla="*/ 671734 w 671733"/>
              <a:gd name="connsiteY4" fmla="*/ 163315 h 499181"/>
              <a:gd name="connsiteX5" fmla="*/ 206627 w 671733"/>
              <a:gd name="connsiteY5" fmla="*/ 170491 h 499181"/>
              <a:gd name="connsiteX6" fmla="*/ 324847 w 671733"/>
              <a:gd name="connsiteY6" fmla="*/ 466029 h 499181"/>
              <a:gd name="connsiteX7" fmla="*/ 324715 w 671733"/>
              <a:gd name="connsiteY7" fmla="*/ 466114 h 499181"/>
              <a:gd name="connsiteX8" fmla="*/ 29224 w 671733"/>
              <a:gd name="connsiteY8" fmla="*/ 170623 h 499181"/>
              <a:gd name="connsiteX9" fmla="*/ 29278 w 671733"/>
              <a:gd name="connsiteY9" fmla="*/ 170491 h 499181"/>
              <a:gd name="connsiteX10" fmla="*/ 448414 w 671733"/>
              <a:gd name="connsiteY10" fmla="*/ 170491 h 499181"/>
              <a:gd name="connsiteX11" fmla="*/ 335937 w 671733"/>
              <a:gd name="connsiteY11" fmla="*/ 451677 h 499181"/>
              <a:gd name="connsiteX12" fmla="*/ 335797 w 671733"/>
              <a:gd name="connsiteY12" fmla="*/ 451677 h 499181"/>
              <a:gd name="connsiteX13" fmla="*/ 223320 w 671733"/>
              <a:gd name="connsiteY13" fmla="*/ 170491 h 499181"/>
              <a:gd name="connsiteX14" fmla="*/ 222289 w 671733"/>
              <a:gd name="connsiteY14" fmla="*/ 154992 h 499181"/>
              <a:gd name="connsiteX15" fmla="*/ 264137 w 671733"/>
              <a:gd name="connsiteY15" fmla="*/ 15499 h 499181"/>
              <a:gd name="connsiteX16" fmla="*/ 407597 w 671733"/>
              <a:gd name="connsiteY16" fmla="*/ 15499 h 499181"/>
              <a:gd name="connsiteX17" fmla="*/ 449445 w 671733"/>
              <a:gd name="connsiteY17" fmla="*/ 154992 h 499181"/>
              <a:gd name="connsiteX18" fmla="*/ 465107 w 671733"/>
              <a:gd name="connsiteY18" fmla="*/ 170491 h 499181"/>
              <a:gd name="connsiteX19" fmla="*/ 642456 w 671733"/>
              <a:gd name="connsiteY19" fmla="*/ 170491 h 499181"/>
              <a:gd name="connsiteX20" fmla="*/ 642510 w 671733"/>
              <a:gd name="connsiteY20" fmla="*/ 170623 h 499181"/>
              <a:gd name="connsiteX21" fmla="*/ 347019 w 671733"/>
              <a:gd name="connsiteY21" fmla="*/ 466114 h 499181"/>
              <a:gd name="connsiteX22" fmla="*/ 346910 w 671733"/>
              <a:gd name="connsiteY22" fmla="*/ 466137 h 499181"/>
              <a:gd name="connsiteX23" fmla="*/ 346887 w 671733"/>
              <a:gd name="connsiteY23" fmla="*/ 466029 h 499181"/>
              <a:gd name="connsiteX24" fmla="*/ 645075 w 671733"/>
              <a:gd name="connsiteY24" fmla="*/ 154992 h 499181"/>
              <a:gd name="connsiteX25" fmla="*/ 465626 w 671733"/>
              <a:gd name="connsiteY25" fmla="*/ 154992 h 499181"/>
              <a:gd name="connsiteX26" fmla="*/ 423778 w 671733"/>
              <a:gd name="connsiteY26" fmla="*/ 15499 h 499181"/>
              <a:gd name="connsiteX27" fmla="*/ 533636 w 671733"/>
              <a:gd name="connsiteY27" fmla="*/ 15499 h 499181"/>
              <a:gd name="connsiteX28" fmla="*/ 645130 w 671733"/>
              <a:gd name="connsiteY28" fmla="*/ 154868 h 499181"/>
              <a:gd name="connsiteX29" fmla="*/ 645075 w 671733"/>
              <a:gd name="connsiteY29" fmla="*/ 154992 h 499181"/>
              <a:gd name="connsiteX30" fmla="*/ 138098 w 671733"/>
              <a:gd name="connsiteY30" fmla="*/ 15499 h 499181"/>
              <a:gd name="connsiteX31" fmla="*/ 247956 w 671733"/>
              <a:gd name="connsiteY31" fmla="*/ 15499 h 499181"/>
              <a:gd name="connsiteX32" fmla="*/ 206108 w 671733"/>
              <a:gd name="connsiteY32" fmla="*/ 154992 h 499181"/>
              <a:gd name="connsiteX33" fmla="*/ 26659 w 671733"/>
              <a:gd name="connsiteY33" fmla="*/ 154992 h 499181"/>
              <a:gd name="connsiteX34" fmla="*/ 26597 w 671733"/>
              <a:gd name="connsiteY34" fmla="*/ 154868 h 49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71733" h="499181">
                <a:moveTo>
                  <a:pt x="541076" y="0"/>
                </a:moveTo>
                <a:lnTo>
                  <a:pt x="130658" y="0"/>
                </a:lnTo>
                <a:lnTo>
                  <a:pt x="0" y="163315"/>
                </a:lnTo>
                <a:lnTo>
                  <a:pt x="335867" y="499182"/>
                </a:lnTo>
                <a:lnTo>
                  <a:pt x="671734" y="163315"/>
                </a:lnTo>
                <a:close/>
                <a:moveTo>
                  <a:pt x="206627" y="170491"/>
                </a:moveTo>
                <a:lnTo>
                  <a:pt x="324847" y="466029"/>
                </a:lnTo>
                <a:cubicBezTo>
                  <a:pt x="324925" y="466223"/>
                  <a:pt x="324847" y="466261"/>
                  <a:pt x="324715" y="466114"/>
                </a:cubicBezTo>
                <a:lnTo>
                  <a:pt x="29224" y="170623"/>
                </a:lnTo>
                <a:cubicBezTo>
                  <a:pt x="29154" y="170553"/>
                  <a:pt x="29177" y="170491"/>
                  <a:pt x="29278" y="170491"/>
                </a:cubicBezTo>
                <a:close/>
                <a:moveTo>
                  <a:pt x="448414" y="170491"/>
                </a:moveTo>
                <a:lnTo>
                  <a:pt x="335937" y="451677"/>
                </a:lnTo>
                <a:cubicBezTo>
                  <a:pt x="335898" y="451777"/>
                  <a:pt x="335836" y="451777"/>
                  <a:pt x="335797" y="451677"/>
                </a:cubicBezTo>
                <a:lnTo>
                  <a:pt x="223320" y="170491"/>
                </a:lnTo>
                <a:close/>
                <a:moveTo>
                  <a:pt x="222289" y="154992"/>
                </a:moveTo>
                <a:lnTo>
                  <a:pt x="264137" y="15499"/>
                </a:lnTo>
                <a:lnTo>
                  <a:pt x="407597" y="15499"/>
                </a:lnTo>
                <a:lnTo>
                  <a:pt x="449445" y="154992"/>
                </a:lnTo>
                <a:close/>
                <a:moveTo>
                  <a:pt x="465107" y="170491"/>
                </a:moveTo>
                <a:lnTo>
                  <a:pt x="642456" y="170491"/>
                </a:lnTo>
                <a:cubicBezTo>
                  <a:pt x="642557" y="170491"/>
                  <a:pt x="642580" y="170553"/>
                  <a:pt x="642510" y="170623"/>
                </a:cubicBezTo>
                <a:lnTo>
                  <a:pt x="347019" y="466114"/>
                </a:lnTo>
                <a:cubicBezTo>
                  <a:pt x="346995" y="466151"/>
                  <a:pt x="346947" y="466161"/>
                  <a:pt x="346910" y="466137"/>
                </a:cubicBezTo>
                <a:cubicBezTo>
                  <a:pt x="346874" y="466114"/>
                  <a:pt x="346864" y="466065"/>
                  <a:pt x="346887" y="466029"/>
                </a:cubicBezTo>
                <a:close/>
                <a:moveTo>
                  <a:pt x="645075" y="154992"/>
                </a:moveTo>
                <a:lnTo>
                  <a:pt x="465626" y="154992"/>
                </a:lnTo>
                <a:lnTo>
                  <a:pt x="423778" y="15499"/>
                </a:lnTo>
                <a:lnTo>
                  <a:pt x="533636" y="15499"/>
                </a:lnTo>
                <a:lnTo>
                  <a:pt x="645130" y="154868"/>
                </a:lnTo>
                <a:cubicBezTo>
                  <a:pt x="645184" y="154937"/>
                  <a:pt x="645153" y="154992"/>
                  <a:pt x="645075" y="154992"/>
                </a:cubicBezTo>
                <a:close/>
                <a:moveTo>
                  <a:pt x="138098" y="15499"/>
                </a:moveTo>
                <a:lnTo>
                  <a:pt x="247956" y="15499"/>
                </a:lnTo>
                <a:lnTo>
                  <a:pt x="206108" y="154992"/>
                </a:lnTo>
                <a:lnTo>
                  <a:pt x="26659" y="154992"/>
                </a:lnTo>
                <a:cubicBezTo>
                  <a:pt x="26573" y="154992"/>
                  <a:pt x="26542" y="154937"/>
                  <a:pt x="26597" y="154868"/>
                </a:cubicBezTo>
                <a:close/>
              </a:path>
            </a:pathLst>
          </a:custGeom>
          <a:solidFill>
            <a:schemeClr val="accent5"/>
          </a:solidFill>
          <a:ln w="77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762" y="2679"/>
            <a:ext cx="12179305" cy="68644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69969" y="1842732"/>
            <a:ext cx="5585326" cy="136751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UY" sz="23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586" y="4649778"/>
            <a:ext cx="2836865" cy="608965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SUBSCRIBE NOW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683" y="764086"/>
            <a:ext cx="2788938" cy="52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4096" y="4034370"/>
            <a:ext cx="1842755" cy="74217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1957" y="2005279"/>
            <a:ext cx="3621359" cy="8306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Coupon Code:</a:t>
            </a:r>
          </a:p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FREEBUNDLE15</a:t>
            </a:r>
            <a:endParaRPr kumimoji="0" lang="es-UY" sz="239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0649" y="1373306"/>
            <a:ext cx="502396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Get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15% discount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from regular price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612" y="3362338"/>
            <a:ext cx="415203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Apply this coupon code during sign up</a:t>
            </a:r>
            <a:endParaRPr kumimoji="0" lang="es-UY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3148" y="711197"/>
            <a:ext cx="4320044" cy="3575111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Put Your Screenshot</a:t>
              </a: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Here</a:t>
              </a:r>
            </a:p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2180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7224" y="5341922"/>
            <a:ext cx="2546543" cy="30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4850172"/>
            <a:ext cx="4716867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to use</a:t>
            </a:r>
          </a:p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Fully customizable</a:t>
            </a:r>
          </a:p>
          <a:p>
            <a:pPr marL="169728" marR="0" lvl="0" indent="-169728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3" y="4468203"/>
            <a:ext cx="5910650" cy="369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80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" y="6121199"/>
            <a:ext cx="12179305" cy="6752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02B915-A2DE-4D5A-AAB5-82EF6D24E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254" y="929649"/>
            <a:ext cx="3839041" cy="218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SlideModelTheme-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5982</TotalTime>
  <Words>177</Words>
  <Application>Microsoft Office PowerPoint</Application>
  <PresentationFormat>Custom</PresentationFormat>
  <Paragraphs>30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Open Sans</vt:lpstr>
      <vt:lpstr>Segoe UI</vt:lpstr>
      <vt:lpstr>Segoe UI Black</vt:lpstr>
      <vt:lpstr>Segoe UI Light</vt:lpstr>
      <vt:lpstr>Office Theme</vt:lpstr>
      <vt:lpstr>2_Office Theme</vt:lpstr>
      <vt:lpstr>Interlinked Chain Diagram Slide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Interlinked Chain Diagram PowerPoint Template</dc:title>
  <dc:creator>Julian</dc:creator>
  <cp:lastModifiedBy>user</cp:lastModifiedBy>
  <cp:revision>117</cp:revision>
  <dcterms:created xsi:type="dcterms:W3CDTF">2013-09-12T13:05:01Z</dcterms:created>
  <dcterms:modified xsi:type="dcterms:W3CDTF">2025-09-02T20:09:56Z</dcterms:modified>
</cp:coreProperties>
</file>