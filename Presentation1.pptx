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76" r:id="rId3"/>
    <p:sldId id="264" r:id="rId4"/>
    <p:sldId id="266" r:id="rId5"/>
    <p:sldId id="263" r:id="rId6"/>
    <p:sldId id="277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EA556-4C86-4FC3-8330-7FEA034F6A0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7909B-D132-4564-9535-E9397FD41B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477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72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5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image" Target="../media/image2.sv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1.png"/><Relationship Id="rId2" Type="http://schemas.openxmlformats.org/officeDocument/2006/relationships/tags" Target="../tags/tag19.xml"/><Relationship Id="rId16" Type="http://schemas.openxmlformats.org/officeDocument/2006/relationships/image" Target="../media/image5.jpe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2.xml"/><Relationship Id="rId15" Type="http://schemas.openxmlformats.org/officeDocument/2006/relationships/image" Target="../media/image7.svg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0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5.jpe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7.svg"/><Relationship Id="rId5" Type="http://schemas.openxmlformats.org/officeDocument/2006/relationships/tags" Target="../tags/tag32.xml"/><Relationship Id="rId10" Type="http://schemas.openxmlformats.org/officeDocument/2006/relationships/image" Target="../media/image6.png"/><Relationship Id="rId4" Type="http://schemas.openxmlformats.org/officeDocument/2006/relationships/tags" Target="../tags/tag31.xml"/><Relationship Id="rId9" Type="http://schemas.openxmlformats.org/officeDocument/2006/relationships/image" Target="../media/image2.sv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1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slideMaster" Target="../slideMasters/slideMaster2.xml"/><Relationship Id="rId17" Type="http://schemas.openxmlformats.org/officeDocument/2006/relationships/image" Target="../media/image5.jpeg"/><Relationship Id="rId2" Type="http://schemas.openxmlformats.org/officeDocument/2006/relationships/tags" Target="../tags/tag35.xml"/><Relationship Id="rId16" Type="http://schemas.openxmlformats.org/officeDocument/2006/relationships/image" Target="../media/image7.sv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image" Target="../media/image6.png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image" Target="../media/image2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image" Target="../media/image5.jpeg"/><Relationship Id="rId5" Type="http://schemas.openxmlformats.org/officeDocument/2006/relationships/tags" Target="../tags/tag49.xml"/><Relationship Id="rId10" Type="http://schemas.openxmlformats.org/officeDocument/2006/relationships/image" Target="../media/image2.svg"/><Relationship Id="rId4" Type="http://schemas.openxmlformats.org/officeDocument/2006/relationships/tags" Target="../tags/tag48.xml"/><Relationship Id="rId9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5.jpeg"/><Relationship Id="rId5" Type="http://schemas.openxmlformats.org/officeDocument/2006/relationships/tags" Target="../tags/tag56.xml"/><Relationship Id="rId10" Type="http://schemas.openxmlformats.org/officeDocument/2006/relationships/image" Target="../media/image2.svg"/><Relationship Id="rId4" Type="http://schemas.openxmlformats.org/officeDocument/2006/relationships/tags" Target="../tags/tag55.xml"/><Relationship Id="rId9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5.jpeg"/><Relationship Id="rId5" Type="http://schemas.openxmlformats.org/officeDocument/2006/relationships/tags" Target="../tags/tag63.xml"/><Relationship Id="rId10" Type="http://schemas.openxmlformats.org/officeDocument/2006/relationships/image" Target="../media/image2.svg"/><Relationship Id="rId4" Type="http://schemas.openxmlformats.org/officeDocument/2006/relationships/tags" Target="../tags/tag62.xml"/><Relationship Id="rId9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68.xml"/><Relationship Id="rId7" Type="http://schemas.openxmlformats.org/officeDocument/2006/relationships/image" Target="../media/image2.sv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9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72.xml"/><Relationship Id="rId7" Type="http://schemas.openxmlformats.org/officeDocument/2006/relationships/image" Target="../media/image2.sv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76.xml"/><Relationship Id="rId7" Type="http://schemas.openxmlformats.org/officeDocument/2006/relationships/image" Target="../media/image2.sv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7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80.xml"/><Relationship Id="rId7" Type="http://schemas.openxmlformats.org/officeDocument/2006/relationships/image" Target="../media/image2.sv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8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8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10" Type="http://schemas.openxmlformats.org/officeDocument/2006/relationships/image" Target="../media/image5.jpeg"/><Relationship Id="rId4" Type="http://schemas.openxmlformats.org/officeDocument/2006/relationships/tags" Target="../tags/tag85.xml"/><Relationship Id="rId9" Type="http://schemas.openxmlformats.org/officeDocument/2006/relationships/image" Target="../media/image2.sv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9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10" Type="http://schemas.openxmlformats.org/officeDocument/2006/relationships/image" Target="../media/image5.jpeg"/><Relationship Id="rId4" Type="http://schemas.openxmlformats.org/officeDocument/2006/relationships/tags" Target="../tags/tag91.xml"/><Relationship Id="rId9" Type="http://schemas.openxmlformats.org/officeDocument/2006/relationships/image" Target="../media/image2.sv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9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10" Type="http://schemas.openxmlformats.org/officeDocument/2006/relationships/image" Target="../media/image5.jpeg"/><Relationship Id="rId4" Type="http://schemas.openxmlformats.org/officeDocument/2006/relationships/tags" Target="../tags/tag97.xml"/><Relationship Id="rId9" Type="http://schemas.openxmlformats.org/officeDocument/2006/relationships/image" Target="../media/image2.sv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image" Target="../media/image5.jpeg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image" Target="../media/image2.svg"/><Relationship Id="rId5" Type="http://schemas.openxmlformats.org/officeDocument/2006/relationships/tags" Target="../tags/tag104.xml"/><Relationship Id="rId10" Type="http://schemas.openxmlformats.org/officeDocument/2006/relationships/image" Target="../media/image1.png"/><Relationship Id="rId4" Type="http://schemas.openxmlformats.org/officeDocument/2006/relationships/tags" Target="../tags/tag103.xml"/><Relationship Id="rId9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image" Target="../media/image5.jpeg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image" Target="../media/image2.svg"/><Relationship Id="rId5" Type="http://schemas.openxmlformats.org/officeDocument/2006/relationships/tags" Target="../tags/tag112.xml"/><Relationship Id="rId10" Type="http://schemas.openxmlformats.org/officeDocument/2006/relationships/image" Target="../media/image1.png"/><Relationship Id="rId4" Type="http://schemas.openxmlformats.org/officeDocument/2006/relationships/tags" Target="../tags/tag111.xml"/><Relationship Id="rId9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image" Target="../media/image5.jpeg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image" Target="../media/image2.svg"/><Relationship Id="rId5" Type="http://schemas.openxmlformats.org/officeDocument/2006/relationships/tags" Target="../tags/tag120.xml"/><Relationship Id="rId10" Type="http://schemas.openxmlformats.org/officeDocument/2006/relationships/image" Target="../media/image1.png"/><Relationship Id="rId4" Type="http://schemas.openxmlformats.org/officeDocument/2006/relationships/tags" Target="../tags/tag119.xml"/><Relationship Id="rId9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image" Target="../media/image2.svg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image" Target="../media/image1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image" Target="../media/image5.jpe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image" Target="../media/image2.svg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image" Target="../media/image1.pn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image" Target="../media/image2.svg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image" Target="../media/image1.png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48.xml"/><Relationship Id="rId10" Type="http://schemas.openxmlformats.org/officeDocument/2006/relationships/tags" Target="../tags/tag153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image" Target="../media/image5.jpe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56.xml"/><Relationship Id="rId7" Type="http://schemas.openxmlformats.org/officeDocument/2006/relationships/image" Target="../media/image1.png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slideMaster" Target="../slideMasters/slideMaster2.xml"/><Relationship Id="rId9" Type="http://schemas.openxmlformats.org/officeDocument/2006/relationships/image" Target="../media/image5.jpe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59.xml"/><Relationship Id="rId7" Type="http://schemas.openxmlformats.org/officeDocument/2006/relationships/image" Target="../media/image1.png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slideMaster" Target="../slideMasters/slideMaster2.xml"/><Relationship Id="rId9" Type="http://schemas.openxmlformats.org/officeDocument/2006/relationships/image" Target="../media/image5.jpe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image" Target="../media/image2.svg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image" Target="../media/image1.png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image" Target="../media/image9.svg"/><Relationship Id="rId5" Type="http://schemas.openxmlformats.org/officeDocument/2006/relationships/tags" Target="../tags/tag164.xml"/><Relationship Id="rId10" Type="http://schemas.openxmlformats.org/officeDocument/2006/relationships/image" Target="../media/image8.png"/><Relationship Id="rId4" Type="http://schemas.openxmlformats.org/officeDocument/2006/relationships/tags" Target="../tags/tag163.xml"/><Relationship Id="rId9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175.xml"/><Relationship Id="rId13" Type="http://schemas.openxmlformats.org/officeDocument/2006/relationships/image" Target="../media/image8.png"/><Relationship Id="rId3" Type="http://schemas.openxmlformats.org/officeDocument/2006/relationships/tags" Target="../tags/tag170.xml"/><Relationship Id="rId7" Type="http://schemas.openxmlformats.org/officeDocument/2006/relationships/tags" Target="../tags/tag174.xml"/><Relationship Id="rId12" Type="http://schemas.openxmlformats.org/officeDocument/2006/relationships/slideMaster" Target="../slideMasters/slideMaster2.xml"/><Relationship Id="rId17" Type="http://schemas.openxmlformats.org/officeDocument/2006/relationships/image" Target="../media/image5.jpeg"/><Relationship Id="rId2" Type="http://schemas.openxmlformats.org/officeDocument/2006/relationships/tags" Target="../tags/tag169.xml"/><Relationship Id="rId16" Type="http://schemas.openxmlformats.org/officeDocument/2006/relationships/image" Target="../media/image2.svg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11" Type="http://schemas.openxmlformats.org/officeDocument/2006/relationships/tags" Target="../tags/tag178.xml"/><Relationship Id="rId5" Type="http://schemas.openxmlformats.org/officeDocument/2006/relationships/tags" Target="../tags/tag172.xml"/><Relationship Id="rId15" Type="http://schemas.openxmlformats.org/officeDocument/2006/relationships/image" Target="../media/image1.png"/><Relationship Id="rId10" Type="http://schemas.openxmlformats.org/officeDocument/2006/relationships/tags" Target="../tags/tag177.xml"/><Relationship Id="rId4" Type="http://schemas.openxmlformats.org/officeDocument/2006/relationships/tags" Target="../tags/tag171.xml"/><Relationship Id="rId9" Type="http://schemas.openxmlformats.org/officeDocument/2006/relationships/tags" Target="../tags/tag176.xml"/><Relationship Id="rId14" Type="http://schemas.openxmlformats.org/officeDocument/2006/relationships/image" Target="../media/image9.sv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tags" Target="../tags/tag191.xml"/><Relationship Id="rId18" Type="http://schemas.openxmlformats.org/officeDocument/2006/relationships/image" Target="../media/image1.png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12" Type="http://schemas.openxmlformats.org/officeDocument/2006/relationships/tags" Target="../tags/tag190.xml"/><Relationship Id="rId17" Type="http://schemas.openxmlformats.org/officeDocument/2006/relationships/image" Target="../media/image9.svg"/><Relationship Id="rId2" Type="http://schemas.openxmlformats.org/officeDocument/2006/relationships/tags" Target="../tags/tag180.xml"/><Relationship Id="rId16" Type="http://schemas.openxmlformats.org/officeDocument/2006/relationships/image" Target="../media/image8.png"/><Relationship Id="rId20" Type="http://schemas.openxmlformats.org/officeDocument/2006/relationships/image" Target="../media/image5.jpeg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tags" Target="../tags/tag189.xml"/><Relationship Id="rId5" Type="http://schemas.openxmlformats.org/officeDocument/2006/relationships/tags" Target="../tags/tag183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88.xml"/><Relationship Id="rId19" Type="http://schemas.openxmlformats.org/officeDocument/2006/relationships/image" Target="../media/image2.svg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tags" Target="../tags/tag192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95.xml"/><Relationship Id="rId7" Type="http://schemas.openxmlformats.org/officeDocument/2006/relationships/image" Target="../media/image11.svg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6" Type="http://schemas.openxmlformats.org/officeDocument/2006/relationships/image" Target="../media/image10.pn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5.jpeg"/><Relationship Id="rId4" Type="http://schemas.openxmlformats.org/officeDocument/2006/relationships/tags" Target="../tags/tag196.xml"/><Relationship Id="rId9" Type="http://schemas.openxmlformats.org/officeDocument/2006/relationships/image" Target="../media/image2.sv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99.xml"/><Relationship Id="rId7" Type="http://schemas.openxmlformats.org/officeDocument/2006/relationships/image" Target="../media/image11.svg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image" Target="../media/image10.pn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5.jpeg"/><Relationship Id="rId4" Type="http://schemas.openxmlformats.org/officeDocument/2006/relationships/tags" Target="../tags/tag200.xml"/><Relationship Id="rId9" Type="http://schemas.openxmlformats.org/officeDocument/2006/relationships/image" Target="../media/image2.sv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03.xml"/><Relationship Id="rId7" Type="http://schemas.openxmlformats.org/officeDocument/2006/relationships/image" Target="../media/image9.svg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image" Target="../media/image8.pn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5.jpeg"/><Relationship Id="rId4" Type="http://schemas.openxmlformats.org/officeDocument/2006/relationships/tags" Target="../tags/tag204.xml"/><Relationship Id="rId9" Type="http://schemas.openxmlformats.org/officeDocument/2006/relationships/image" Target="../media/image2.sv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07.xml"/><Relationship Id="rId7" Type="http://schemas.openxmlformats.org/officeDocument/2006/relationships/image" Target="../media/image9.svg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6" Type="http://schemas.openxmlformats.org/officeDocument/2006/relationships/image" Target="../media/image8.pn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5.jpeg"/><Relationship Id="rId4" Type="http://schemas.openxmlformats.org/officeDocument/2006/relationships/tags" Target="../tags/tag208.xml"/><Relationship Id="rId9" Type="http://schemas.openxmlformats.org/officeDocument/2006/relationships/image" Target="../media/image2.sv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13" Type="http://schemas.openxmlformats.org/officeDocument/2006/relationships/image" Target="../media/image1.png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tags" Target="../tags/tag219.xml"/><Relationship Id="rId5" Type="http://schemas.openxmlformats.org/officeDocument/2006/relationships/tags" Target="../tags/tag213.xml"/><Relationship Id="rId15" Type="http://schemas.openxmlformats.org/officeDocument/2006/relationships/image" Target="../media/image5.jpeg"/><Relationship Id="rId10" Type="http://schemas.openxmlformats.org/officeDocument/2006/relationships/tags" Target="../tags/tag218.xml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4" Type="http://schemas.openxmlformats.org/officeDocument/2006/relationships/image" Target="../media/image2.sv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27.xml"/><Relationship Id="rId13" Type="http://schemas.openxmlformats.org/officeDocument/2006/relationships/tags" Target="../tags/tag232.xml"/><Relationship Id="rId18" Type="http://schemas.openxmlformats.org/officeDocument/2006/relationships/image" Target="../media/image5.jpeg"/><Relationship Id="rId3" Type="http://schemas.openxmlformats.org/officeDocument/2006/relationships/tags" Target="../tags/tag222.xml"/><Relationship Id="rId7" Type="http://schemas.openxmlformats.org/officeDocument/2006/relationships/tags" Target="../tags/tag226.xml"/><Relationship Id="rId12" Type="http://schemas.openxmlformats.org/officeDocument/2006/relationships/tags" Target="../tags/tag231.xml"/><Relationship Id="rId17" Type="http://schemas.openxmlformats.org/officeDocument/2006/relationships/image" Target="../media/image2.svg"/><Relationship Id="rId2" Type="http://schemas.openxmlformats.org/officeDocument/2006/relationships/tags" Target="../tags/tag221.xml"/><Relationship Id="rId16" Type="http://schemas.openxmlformats.org/officeDocument/2006/relationships/image" Target="../media/image1.png"/><Relationship Id="rId1" Type="http://schemas.openxmlformats.org/officeDocument/2006/relationships/tags" Target="../tags/tag220.xml"/><Relationship Id="rId6" Type="http://schemas.openxmlformats.org/officeDocument/2006/relationships/tags" Target="../tags/tag225.xml"/><Relationship Id="rId11" Type="http://schemas.openxmlformats.org/officeDocument/2006/relationships/tags" Target="../tags/tag230.xml"/><Relationship Id="rId5" Type="http://schemas.openxmlformats.org/officeDocument/2006/relationships/tags" Target="../tags/tag224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29.xml"/><Relationship Id="rId4" Type="http://schemas.openxmlformats.org/officeDocument/2006/relationships/tags" Target="../tags/tag223.xml"/><Relationship Id="rId9" Type="http://schemas.openxmlformats.org/officeDocument/2006/relationships/tags" Target="../tags/tag228.xml"/><Relationship Id="rId14" Type="http://schemas.openxmlformats.org/officeDocument/2006/relationships/tags" Target="../tags/tag233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13" Type="http://schemas.openxmlformats.org/officeDocument/2006/relationships/tags" Target="../tags/tag246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236.xml"/><Relationship Id="rId21" Type="http://schemas.openxmlformats.org/officeDocument/2006/relationships/image" Target="../media/image5.jpeg"/><Relationship Id="rId7" Type="http://schemas.openxmlformats.org/officeDocument/2006/relationships/tags" Target="../tags/tag240.xml"/><Relationship Id="rId12" Type="http://schemas.openxmlformats.org/officeDocument/2006/relationships/tags" Target="../tags/tag245.xml"/><Relationship Id="rId17" Type="http://schemas.openxmlformats.org/officeDocument/2006/relationships/tags" Target="../tags/tag250.xml"/><Relationship Id="rId2" Type="http://schemas.openxmlformats.org/officeDocument/2006/relationships/tags" Target="../tags/tag235.xml"/><Relationship Id="rId16" Type="http://schemas.openxmlformats.org/officeDocument/2006/relationships/tags" Target="../tags/tag249.xml"/><Relationship Id="rId20" Type="http://schemas.openxmlformats.org/officeDocument/2006/relationships/image" Target="../media/image2.svg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tags" Target="../tags/tag244.xml"/><Relationship Id="rId5" Type="http://schemas.openxmlformats.org/officeDocument/2006/relationships/tags" Target="../tags/tag238.xml"/><Relationship Id="rId15" Type="http://schemas.openxmlformats.org/officeDocument/2006/relationships/tags" Target="../tags/tag248.xml"/><Relationship Id="rId10" Type="http://schemas.openxmlformats.org/officeDocument/2006/relationships/tags" Target="../tags/tag243.xml"/><Relationship Id="rId19" Type="http://schemas.openxmlformats.org/officeDocument/2006/relationships/image" Target="../media/image1.png"/><Relationship Id="rId4" Type="http://schemas.openxmlformats.org/officeDocument/2006/relationships/tags" Target="../tags/tag237.xml"/><Relationship Id="rId9" Type="http://schemas.openxmlformats.org/officeDocument/2006/relationships/tags" Target="../tags/tag242.xml"/><Relationship Id="rId14" Type="http://schemas.openxmlformats.org/officeDocument/2006/relationships/tags" Target="../tags/tag247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258.xml"/><Relationship Id="rId13" Type="http://schemas.openxmlformats.org/officeDocument/2006/relationships/tags" Target="../tags/tag263.xml"/><Relationship Id="rId18" Type="http://schemas.openxmlformats.org/officeDocument/2006/relationships/tags" Target="../tags/tag268.xml"/><Relationship Id="rId3" Type="http://schemas.openxmlformats.org/officeDocument/2006/relationships/tags" Target="../tags/tag253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257.xml"/><Relationship Id="rId12" Type="http://schemas.openxmlformats.org/officeDocument/2006/relationships/tags" Target="../tags/tag262.xml"/><Relationship Id="rId17" Type="http://schemas.openxmlformats.org/officeDocument/2006/relationships/tags" Target="../tags/tag267.xml"/><Relationship Id="rId2" Type="http://schemas.openxmlformats.org/officeDocument/2006/relationships/tags" Target="../tags/tag252.xml"/><Relationship Id="rId16" Type="http://schemas.openxmlformats.org/officeDocument/2006/relationships/tags" Target="../tags/tag266.xml"/><Relationship Id="rId20" Type="http://schemas.openxmlformats.org/officeDocument/2006/relationships/tags" Target="../tags/tag270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11" Type="http://schemas.openxmlformats.org/officeDocument/2006/relationships/tags" Target="../tags/tag261.xml"/><Relationship Id="rId24" Type="http://schemas.openxmlformats.org/officeDocument/2006/relationships/image" Target="../media/image5.jpeg"/><Relationship Id="rId5" Type="http://schemas.openxmlformats.org/officeDocument/2006/relationships/tags" Target="../tags/tag255.xml"/><Relationship Id="rId15" Type="http://schemas.openxmlformats.org/officeDocument/2006/relationships/tags" Target="../tags/tag265.xml"/><Relationship Id="rId23" Type="http://schemas.openxmlformats.org/officeDocument/2006/relationships/image" Target="../media/image2.svg"/><Relationship Id="rId10" Type="http://schemas.openxmlformats.org/officeDocument/2006/relationships/tags" Target="../tags/tag260.xml"/><Relationship Id="rId19" Type="http://schemas.openxmlformats.org/officeDocument/2006/relationships/tags" Target="../tags/tag269.xml"/><Relationship Id="rId4" Type="http://schemas.openxmlformats.org/officeDocument/2006/relationships/tags" Target="../tags/tag254.xml"/><Relationship Id="rId9" Type="http://schemas.openxmlformats.org/officeDocument/2006/relationships/tags" Target="../tags/tag259.xml"/><Relationship Id="rId14" Type="http://schemas.openxmlformats.org/officeDocument/2006/relationships/tags" Target="../tags/tag264.xml"/><Relationship Id="rId22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278.xml"/><Relationship Id="rId13" Type="http://schemas.openxmlformats.org/officeDocument/2006/relationships/image" Target="../media/image1.png"/><Relationship Id="rId3" Type="http://schemas.openxmlformats.org/officeDocument/2006/relationships/tags" Target="../tags/tag273.xml"/><Relationship Id="rId7" Type="http://schemas.openxmlformats.org/officeDocument/2006/relationships/tags" Target="../tags/tag277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11" Type="http://schemas.openxmlformats.org/officeDocument/2006/relationships/tags" Target="../tags/tag281.xml"/><Relationship Id="rId5" Type="http://schemas.openxmlformats.org/officeDocument/2006/relationships/tags" Target="../tags/tag275.xml"/><Relationship Id="rId15" Type="http://schemas.openxmlformats.org/officeDocument/2006/relationships/image" Target="../media/image5.jpeg"/><Relationship Id="rId10" Type="http://schemas.openxmlformats.org/officeDocument/2006/relationships/tags" Target="../tags/tag280.xml"/><Relationship Id="rId4" Type="http://schemas.openxmlformats.org/officeDocument/2006/relationships/tags" Target="../tags/tag274.xml"/><Relationship Id="rId9" Type="http://schemas.openxmlformats.org/officeDocument/2006/relationships/tags" Target="../tags/tag279.xml"/><Relationship Id="rId14" Type="http://schemas.openxmlformats.org/officeDocument/2006/relationships/image" Target="../media/image2.sv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289.xml"/><Relationship Id="rId13" Type="http://schemas.openxmlformats.org/officeDocument/2006/relationships/tags" Target="../tags/tag294.xml"/><Relationship Id="rId18" Type="http://schemas.openxmlformats.org/officeDocument/2006/relationships/image" Target="../media/image5.jpeg"/><Relationship Id="rId3" Type="http://schemas.openxmlformats.org/officeDocument/2006/relationships/tags" Target="../tags/tag284.xml"/><Relationship Id="rId7" Type="http://schemas.openxmlformats.org/officeDocument/2006/relationships/tags" Target="../tags/tag288.xml"/><Relationship Id="rId12" Type="http://schemas.openxmlformats.org/officeDocument/2006/relationships/tags" Target="../tags/tag293.xml"/><Relationship Id="rId17" Type="http://schemas.openxmlformats.org/officeDocument/2006/relationships/image" Target="../media/image2.svg"/><Relationship Id="rId2" Type="http://schemas.openxmlformats.org/officeDocument/2006/relationships/tags" Target="../tags/tag283.xml"/><Relationship Id="rId16" Type="http://schemas.openxmlformats.org/officeDocument/2006/relationships/image" Target="../media/image1.png"/><Relationship Id="rId1" Type="http://schemas.openxmlformats.org/officeDocument/2006/relationships/tags" Target="../tags/tag282.xml"/><Relationship Id="rId6" Type="http://schemas.openxmlformats.org/officeDocument/2006/relationships/tags" Target="../tags/tag287.xml"/><Relationship Id="rId11" Type="http://schemas.openxmlformats.org/officeDocument/2006/relationships/tags" Target="../tags/tag292.xml"/><Relationship Id="rId5" Type="http://schemas.openxmlformats.org/officeDocument/2006/relationships/tags" Target="../tags/tag286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91.xml"/><Relationship Id="rId4" Type="http://schemas.openxmlformats.org/officeDocument/2006/relationships/tags" Target="../tags/tag285.xml"/><Relationship Id="rId9" Type="http://schemas.openxmlformats.org/officeDocument/2006/relationships/tags" Target="../tags/tag290.xml"/><Relationship Id="rId14" Type="http://schemas.openxmlformats.org/officeDocument/2006/relationships/tags" Target="../tags/tag295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303.xml"/><Relationship Id="rId13" Type="http://schemas.openxmlformats.org/officeDocument/2006/relationships/tags" Target="../tags/tag308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298.xml"/><Relationship Id="rId21" Type="http://schemas.openxmlformats.org/officeDocument/2006/relationships/image" Target="../media/image5.jpeg"/><Relationship Id="rId7" Type="http://schemas.openxmlformats.org/officeDocument/2006/relationships/tags" Target="../tags/tag302.xml"/><Relationship Id="rId12" Type="http://schemas.openxmlformats.org/officeDocument/2006/relationships/tags" Target="../tags/tag307.xml"/><Relationship Id="rId17" Type="http://schemas.openxmlformats.org/officeDocument/2006/relationships/tags" Target="../tags/tag312.xml"/><Relationship Id="rId2" Type="http://schemas.openxmlformats.org/officeDocument/2006/relationships/tags" Target="../tags/tag297.xml"/><Relationship Id="rId16" Type="http://schemas.openxmlformats.org/officeDocument/2006/relationships/tags" Target="../tags/tag311.xml"/><Relationship Id="rId20" Type="http://schemas.openxmlformats.org/officeDocument/2006/relationships/image" Target="../media/image2.svg"/><Relationship Id="rId1" Type="http://schemas.openxmlformats.org/officeDocument/2006/relationships/tags" Target="../tags/tag296.xml"/><Relationship Id="rId6" Type="http://schemas.openxmlformats.org/officeDocument/2006/relationships/tags" Target="../tags/tag301.xml"/><Relationship Id="rId11" Type="http://schemas.openxmlformats.org/officeDocument/2006/relationships/tags" Target="../tags/tag306.xml"/><Relationship Id="rId5" Type="http://schemas.openxmlformats.org/officeDocument/2006/relationships/tags" Target="../tags/tag300.xml"/><Relationship Id="rId15" Type="http://schemas.openxmlformats.org/officeDocument/2006/relationships/tags" Target="../tags/tag310.xml"/><Relationship Id="rId10" Type="http://schemas.openxmlformats.org/officeDocument/2006/relationships/tags" Target="../tags/tag305.xml"/><Relationship Id="rId19" Type="http://schemas.openxmlformats.org/officeDocument/2006/relationships/image" Target="../media/image1.png"/><Relationship Id="rId4" Type="http://schemas.openxmlformats.org/officeDocument/2006/relationships/tags" Target="../tags/tag299.xml"/><Relationship Id="rId9" Type="http://schemas.openxmlformats.org/officeDocument/2006/relationships/tags" Target="../tags/tag304.xml"/><Relationship Id="rId14" Type="http://schemas.openxmlformats.org/officeDocument/2006/relationships/tags" Target="../tags/tag309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tags" Target="../tags/tag330.xml"/><Relationship Id="rId3" Type="http://schemas.openxmlformats.org/officeDocument/2006/relationships/tags" Target="../tags/tag315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20" Type="http://schemas.openxmlformats.org/officeDocument/2006/relationships/tags" Target="../tags/tag332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24" Type="http://schemas.openxmlformats.org/officeDocument/2006/relationships/image" Target="../media/image5.jpeg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23" Type="http://schemas.openxmlformats.org/officeDocument/2006/relationships/image" Target="../media/image2.svg"/><Relationship Id="rId10" Type="http://schemas.openxmlformats.org/officeDocument/2006/relationships/tags" Target="../tags/tag322.xml"/><Relationship Id="rId19" Type="http://schemas.openxmlformats.org/officeDocument/2006/relationships/tags" Target="../tags/tag331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Relationship Id="rId22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340.xml"/><Relationship Id="rId13" Type="http://schemas.openxmlformats.org/officeDocument/2006/relationships/image" Target="../media/image2.svg"/><Relationship Id="rId18" Type="http://schemas.openxmlformats.org/officeDocument/2006/relationships/image" Target="../media/image16.png"/><Relationship Id="rId3" Type="http://schemas.openxmlformats.org/officeDocument/2006/relationships/tags" Target="../tags/tag335.xml"/><Relationship Id="rId21" Type="http://schemas.openxmlformats.org/officeDocument/2006/relationships/image" Target="../media/image19.svg"/><Relationship Id="rId7" Type="http://schemas.openxmlformats.org/officeDocument/2006/relationships/tags" Target="../tags/tag339.xml"/><Relationship Id="rId12" Type="http://schemas.openxmlformats.org/officeDocument/2006/relationships/image" Target="../media/image1.png"/><Relationship Id="rId17" Type="http://schemas.openxmlformats.org/officeDocument/2006/relationships/image" Target="../media/image15.svg"/><Relationship Id="rId2" Type="http://schemas.openxmlformats.org/officeDocument/2006/relationships/tags" Target="../tags/tag334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333.xml"/><Relationship Id="rId6" Type="http://schemas.openxmlformats.org/officeDocument/2006/relationships/tags" Target="../tags/tag338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37.xml"/><Relationship Id="rId15" Type="http://schemas.openxmlformats.org/officeDocument/2006/relationships/image" Target="../media/image13.svg"/><Relationship Id="rId10" Type="http://schemas.openxmlformats.org/officeDocument/2006/relationships/tags" Target="../tags/tag342.xml"/><Relationship Id="rId19" Type="http://schemas.openxmlformats.org/officeDocument/2006/relationships/image" Target="../media/image17.svg"/><Relationship Id="rId4" Type="http://schemas.openxmlformats.org/officeDocument/2006/relationships/tags" Target="../tags/tag336.xml"/><Relationship Id="rId9" Type="http://schemas.openxmlformats.org/officeDocument/2006/relationships/tags" Target="../tags/tag341.xml"/><Relationship Id="rId14" Type="http://schemas.openxmlformats.org/officeDocument/2006/relationships/image" Target="../media/image12.png"/><Relationship Id="rId22" Type="http://schemas.openxmlformats.org/officeDocument/2006/relationships/image" Target="../media/image5.jpe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350.xml"/><Relationship Id="rId13" Type="http://schemas.openxmlformats.org/officeDocument/2006/relationships/image" Target="../media/image2.svg"/><Relationship Id="rId18" Type="http://schemas.openxmlformats.org/officeDocument/2006/relationships/image" Target="../media/image24.png"/><Relationship Id="rId3" Type="http://schemas.openxmlformats.org/officeDocument/2006/relationships/tags" Target="../tags/tag345.xml"/><Relationship Id="rId21" Type="http://schemas.openxmlformats.org/officeDocument/2006/relationships/image" Target="../media/image27.svg"/><Relationship Id="rId7" Type="http://schemas.openxmlformats.org/officeDocument/2006/relationships/tags" Target="../tags/tag349.xml"/><Relationship Id="rId12" Type="http://schemas.openxmlformats.org/officeDocument/2006/relationships/image" Target="../media/image1.png"/><Relationship Id="rId17" Type="http://schemas.openxmlformats.org/officeDocument/2006/relationships/image" Target="../media/image23.svg"/><Relationship Id="rId2" Type="http://schemas.openxmlformats.org/officeDocument/2006/relationships/tags" Target="../tags/tag344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tags" Target="../tags/tag343.xml"/><Relationship Id="rId6" Type="http://schemas.openxmlformats.org/officeDocument/2006/relationships/tags" Target="../tags/tag348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47.xml"/><Relationship Id="rId15" Type="http://schemas.openxmlformats.org/officeDocument/2006/relationships/image" Target="../media/image21.svg"/><Relationship Id="rId10" Type="http://schemas.openxmlformats.org/officeDocument/2006/relationships/tags" Target="../tags/tag352.xml"/><Relationship Id="rId19" Type="http://schemas.openxmlformats.org/officeDocument/2006/relationships/image" Target="../media/image25.svg"/><Relationship Id="rId4" Type="http://schemas.openxmlformats.org/officeDocument/2006/relationships/tags" Target="../tags/tag346.xml"/><Relationship Id="rId9" Type="http://schemas.openxmlformats.org/officeDocument/2006/relationships/tags" Target="../tags/tag351.xml"/><Relationship Id="rId14" Type="http://schemas.openxmlformats.org/officeDocument/2006/relationships/image" Target="../media/image20.png"/><Relationship Id="rId22" Type="http://schemas.openxmlformats.org/officeDocument/2006/relationships/image" Target="../media/image5.jpe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tags" Target="../tags/tag355.xml"/><Relationship Id="rId7" Type="http://schemas.openxmlformats.org/officeDocument/2006/relationships/image" Target="../media/image5.jpeg"/><Relationship Id="rId2" Type="http://schemas.openxmlformats.org/officeDocument/2006/relationships/tags" Target="../tags/tag354.xml"/><Relationship Id="rId1" Type="http://schemas.openxmlformats.org/officeDocument/2006/relationships/tags" Target="../tags/tag35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358.xml"/><Relationship Id="rId7" Type="http://schemas.openxmlformats.org/officeDocument/2006/relationships/image" Target="../media/image5.jpeg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361.xml"/><Relationship Id="rId7" Type="http://schemas.openxmlformats.org/officeDocument/2006/relationships/image" Target="../media/image5.jpeg"/><Relationship Id="rId2" Type="http://schemas.openxmlformats.org/officeDocument/2006/relationships/tags" Target="../tags/tag360.xml"/><Relationship Id="rId1" Type="http://schemas.openxmlformats.org/officeDocument/2006/relationships/tags" Target="../tags/tag359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364.xml"/><Relationship Id="rId7" Type="http://schemas.openxmlformats.org/officeDocument/2006/relationships/image" Target="../media/image1.png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9" Type="http://schemas.openxmlformats.org/officeDocument/2006/relationships/image" Target="../media/image5.jpe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tags" Target="../tags/tag374.xml"/><Relationship Id="rId3" Type="http://schemas.openxmlformats.org/officeDocument/2006/relationships/tags" Target="../tags/tag369.xml"/><Relationship Id="rId7" Type="http://schemas.openxmlformats.org/officeDocument/2006/relationships/tags" Target="../tags/tag373.xml"/><Relationship Id="rId12" Type="http://schemas.openxmlformats.org/officeDocument/2006/relationships/image" Target="../media/image5.jpeg"/><Relationship Id="rId2" Type="http://schemas.openxmlformats.org/officeDocument/2006/relationships/tags" Target="../tags/tag368.xml"/><Relationship Id="rId1" Type="http://schemas.openxmlformats.org/officeDocument/2006/relationships/tags" Target="../tags/tag367.xml"/><Relationship Id="rId6" Type="http://schemas.openxmlformats.org/officeDocument/2006/relationships/tags" Target="../tags/tag372.xml"/><Relationship Id="rId11" Type="http://schemas.openxmlformats.org/officeDocument/2006/relationships/image" Target="../media/image2.svg"/><Relationship Id="rId5" Type="http://schemas.openxmlformats.org/officeDocument/2006/relationships/tags" Target="../tags/tag371.xml"/><Relationship Id="rId10" Type="http://schemas.openxmlformats.org/officeDocument/2006/relationships/image" Target="../media/image1.png"/><Relationship Id="rId4" Type="http://schemas.openxmlformats.org/officeDocument/2006/relationships/tags" Target="../tags/tag370.xml"/><Relationship Id="rId9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382.xml"/><Relationship Id="rId13" Type="http://schemas.openxmlformats.org/officeDocument/2006/relationships/image" Target="../media/image2.svg"/><Relationship Id="rId3" Type="http://schemas.openxmlformats.org/officeDocument/2006/relationships/tags" Target="../tags/tag377.xml"/><Relationship Id="rId7" Type="http://schemas.openxmlformats.org/officeDocument/2006/relationships/tags" Target="../tags/tag381.xml"/><Relationship Id="rId12" Type="http://schemas.openxmlformats.org/officeDocument/2006/relationships/image" Target="../media/image1.png"/><Relationship Id="rId2" Type="http://schemas.openxmlformats.org/officeDocument/2006/relationships/tags" Target="../tags/tag376.xml"/><Relationship Id="rId1" Type="http://schemas.openxmlformats.org/officeDocument/2006/relationships/tags" Target="../tags/tag375.xml"/><Relationship Id="rId6" Type="http://schemas.openxmlformats.org/officeDocument/2006/relationships/tags" Target="../tags/tag380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79.xml"/><Relationship Id="rId10" Type="http://schemas.openxmlformats.org/officeDocument/2006/relationships/tags" Target="../tags/tag384.xml"/><Relationship Id="rId4" Type="http://schemas.openxmlformats.org/officeDocument/2006/relationships/tags" Target="../tags/tag378.xml"/><Relationship Id="rId9" Type="http://schemas.openxmlformats.org/officeDocument/2006/relationships/tags" Target="../tags/tag383.xml"/><Relationship Id="rId14" Type="http://schemas.openxmlformats.org/officeDocument/2006/relationships/image" Target="../media/image5.jpeg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392.xml"/><Relationship Id="rId13" Type="http://schemas.openxmlformats.org/officeDocument/2006/relationships/tags" Target="../tags/tag397.xml"/><Relationship Id="rId18" Type="http://schemas.openxmlformats.org/officeDocument/2006/relationships/image" Target="../media/image1.png"/><Relationship Id="rId3" Type="http://schemas.openxmlformats.org/officeDocument/2006/relationships/tags" Target="../tags/tag387.xml"/><Relationship Id="rId7" Type="http://schemas.openxmlformats.org/officeDocument/2006/relationships/tags" Target="../tags/tag391.xml"/><Relationship Id="rId12" Type="http://schemas.openxmlformats.org/officeDocument/2006/relationships/tags" Target="../tags/tag396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386.xml"/><Relationship Id="rId16" Type="http://schemas.openxmlformats.org/officeDocument/2006/relationships/tags" Target="../tags/tag400.xml"/><Relationship Id="rId20" Type="http://schemas.openxmlformats.org/officeDocument/2006/relationships/image" Target="../media/image5.jpeg"/><Relationship Id="rId1" Type="http://schemas.openxmlformats.org/officeDocument/2006/relationships/tags" Target="../tags/tag385.xml"/><Relationship Id="rId6" Type="http://schemas.openxmlformats.org/officeDocument/2006/relationships/tags" Target="../tags/tag390.xml"/><Relationship Id="rId11" Type="http://schemas.openxmlformats.org/officeDocument/2006/relationships/tags" Target="../tags/tag395.xml"/><Relationship Id="rId5" Type="http://schemas.openxmlformats.org/officeDocument/2006/relationships/tags" Target="../tags/tag389.xml"/><Relationship Id="rId15" Type="http://schemas.openxmlformats.org/officeDocument/2006/relationships/tags" Target="../tags/tag399.xml"/><Relationship Id="rId10" Type="http://schemas.openxmlformats.org/officeDocument/2006/relationships/tags" Target="../tags/tag394.xml"/><Relationship Id="rId19" Type="http://schemas.openxmlformats.org/officeDocument/2006/relationships/image" Target="../media/image2.svg"/><Relationship Id="rId4" Type="http://schemas.openxmlformats.org/officeDocument/2006/relationships/tags" Target="../tags/tag388.xml"/><Relationship Id="rId9" Type="http://schemas.openxmlformats.org/officeDocument/2006/relationships/tags" Target="../tags/tag393.xml"/><Relationship Id="rId14" Type="http://schemas.openxmlformats.org/officeDocument/2006/relationships/tags" Target="../tags/tag398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02.xml"/><Relationship Id="rId1" Type="http://schemas.openxmlformats.org/officeDocument/2006/relationships/tags" Target="../tags/tag401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405.xml"/><Relationship Id="rId7" Type="http://schemas.openxmlformats.org/officeDocument/2006/relationships/image" Target="../media/image2.svg"/><Relationship Id="rId2" Type="http://schemas.openxmlformats.org/officeDocument/2006/relationships/tags" Target="../tags/tag404.xml"/><Relationship Id="rId1" Type="http://schemas.openxmlformats.org/officeDocument/2006/relationships/tags" Target="../tags/tag403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06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414.xml"/><Relationship Id="rId13" Type="http://schemas.openxmlformats.org/officeDocument/2006/relationships/image" Target="../media/image1.png"/><Relationship Id="rId3" Type="http://schemas.openxmlformats.org/officeDocument/2006/relationships/tags" Target="../tags/tag409.xml"/><Relationship Id="rId7" Type="http://schemas.openxmlformats.org/officeDocument/2006/relationships/tags" Target="../tags/tag413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08.xml"/><Relationship Id="rId1" Type="http://schemas.openxmlformats.org/officeDocument/2006/relationships/tags" Target="../tags/tag407.xml"/><Relationship Id="rId6" Type="http://schemas.openxmlformats.org/officeDocument/2006/relationships/tags" Target="../tags/tag412.xml"/><Relationship Id="rId11" Type="http://schemas.openxmlformats.org/officeDocument/2006/relationships/tags" Target="../tags/tag417.xml"/><Relationship Id="rId5" Type="http://schemas.openxmlformats.org/officeDocument/2006/relationships/tags" Target="../tags/tag411.xml"/><Relationship Id="rId15" Type="http://schemas.openxmlformats.org/officeDocument/2006/relationships/image" Target="../media/image5.jpeg"/><Relationship Id="rId10" Type="http://schemas.openxmlformats.org/officeDocument/2006/relationships/tags" Target="../tags/tag416.xml"/><Relationship Id="rId4" Type="http://schemas.openxmlformats.org/officeDocument/2006/relationships/tags" Target="../tags/tag410.xml"/><Relationship Id="rId9" Type="http://schemas.openxmlformats.org/officeDocument/2006/relationships/tags" Target="../tags/tag415.xml"/><Relationship Id="rId14" Type="http://schemas.openxmlformats.org/officeDocument/2006/relationships/image" Target="../media/image2.svg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425.xml"/><Relationship Id="rId13" Type="http://schemas.openxmlformats.org/officeDocument/2006/relationships/image" Target="../media/image1.png"/><Relationship Id="rId3" Type="http://schemas.openxmlformats.org/officeDocument/2006/relationships/tags" Target="../tags/tag420.xml"/><Relationship Id="rId7" Type="http://schemas.openxmlformats.org/officeDocument/2006/relationships/tags" Target="../tags/tag424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19.xml"/><Relationship Id="rId1" Type="http://schemas.openxmlformats.org/officeDocument/2006/relationships/tags" Target="../tags/tag418.xml"/><Relationship Id="rId6" Type="http://schemas.openxmlformats.org/officeDocument/2006/relationships/tags" Target="../tags/tag423.xml"/><Relationship Id="rId11" Type="http://schemas.openxmlformats.org/officeDocument/2006/relationships/tags" Target="../tags/tag428.xml"/><Relationship Id="rId5" Type="http://schemas.openxmlformats.org/officeDocument/2006/relationships/tags" Target="../tags/tag422.xml"/><Relationship Id="rId15" Type="http://schemas.openxmlformats.org/officeDocument/2006/relationships/image" Target="../media/image5.jpeg"/><Relationship Id="rId10" Type="http://schemas.openxmlformats.org/officeDocument/2006/relationships/tags" Target="../tags/tag427.xml"/><Relationship Id="rId4" Type="http://schemas.openxmlformats.org/officeDocument/2006/relationships/tags" Target="../tags/tag421.xml"/><Relationship Id="rId9" Type="http://schemas.openxmlformats.org/officeDocument/2006/relationships/tags" Target="../tags/tag426.xml"/><Relationship Id="rId14" Type="http://schemas.openxmlformats.org/officeDocument/2006/relationships/image" Target="../media/image2.svg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tags" Target="../tags/tag436.xml"/><Relationship Id="rId3" Type="http://schemas.openxmlformats.org/officeDocument/2006/relationships/tags" Target="../tags/tag431.xml"/><Relationship Id="rId7" Type="http://schemas.openxmlformats.org/officeDocument/2006/relationships/tags" Target="../tags/tag435.xml"/><Relationship Id="rId12" Type="http://schemas.openxmlformats.org/officeDocument/2006/relationships/image" Target="../media/image5.jpeg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6" Type="http://schemas.openxmlformats.org/officeDocument/2006/relationships/tags" Target="../tags/tag434.xml"/><Relationship Id="rId11" Type="http://schemas.openxmlformats.org/officeDocument/2006/relationships/image" Target="../media/image2.svg"/><Relationship Id="rId5" Type="http://schemas.openxmlformats.org/officeDocument/2006/relationships/tags" Target="../tags/tag433.xml"/><Relationship Id="rId10" Type="http://schemas.openxmlformats.org/officeDocument/2006/relationships/image" Target="../media/image1.png"/><Relationship Id="rId4" Type="http://schemas.openxmlformats.org/officeDocument/2006/relationships/tags" Target="../tags/tag432.xml"/><Relationship Id="rId9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3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38.xml"/><Relationship Id="rId1" Type="http://schemas.openxmlformats.org/officeDocument/2006/relationships/tags" Target="../tags/tag437.xml"/><Relationship Id="rId6" Type="http://schemas.openxmlformats.org/officeDocument/2006/relationships/tags" Target="../tags/tag442.xml"/><Relationship Id="rId5" Type="http://schemas.openxmlformats.org/officeDocument/2006/relationships/tags" Target="../tags/tag441.xml"/><Relationship Id="rId10" Type="http://schemas.openxmlformats.org/officeDocument/2006/relationships/image" Target="../media/image5.jpeg"/><Relationship Id="rId4" Type="http://schemas.openxmlformats.org/officeDocument/2006/relationships/tags" Target="../tags/tag440.xml"/><Relationship Id="rId9" Type="http://schemas.openxmlformats.org/officeDocument/2006/relationships/image" Target="../media/image2.svg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tags" Target="../tags/tag450.xml"/><Relationship Id="rId3" Type="http://schemas.openxmlformats.org/officeDocument/2006/relationships/tags" Target="../tags/tag445.xml"/><Relationship Id="rId7" Type="http://schemas.openxmlformats.org/officeDocument/2006/relationships/tags" Target="../tags/tag449.xml"/><Relationship Id="rId12" Type="http://schemas.openxmlformats.org/officeDocument/2006/relationships/image" Target="../media/image5.jpeg"/><Relationship Id="rId2" Type="http://schemas.openxmlformats.org/officeDocument/2006/relationships/tags" Target="../tags/tag444.xml"/><Relationship Id="rId1" Type="http://schemas.openxmlformats.org/officeDocument/2006/relationships/tags" Target="../tags/tag443.xml"/><Relationship Id="rId6" Type="http://schemas.openxmlformats.org/officeDocument/2006/relationships/tags" Target="../tags/tag448.xml"/><Relationship Id="rId11" Type="http://schemas.openxmlformats.org/officeDocument/2006/relationships/image" Target="../media/image2.svg"/><Relationship Id="rId5" Type="http://schemas.openxmlformats.org/officeDocument/2006/relationships/tags" Target="../tags/tag447.xml"/><Relationship Id="rId10" Type="http://schemas.openxmlformats.org/officeDocument/2006/relationships/image" Target="../media/image1.png"/><Relationship Id="rId4" Type="http://schemas.openxmlformats.org/officeDocument/2006/relationships/tags" Target="../tags/tag446.xml"/><Relationship Id="rId9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458.xml"/><Relationship Id="rId13" Type="http://schemas.openxmlformats.org/officeDocument/2006/relationships/image" Target="../media/image2.svg"/><Relationship Id="rId3" Type="http://schemas.openxmlformats.org/officeDocument/2006/relationships/tags" Target="../tags/tag453.xml"/><Relationship Id="rId7" Type="http://schemas.openxmlformats.org/officeDocument/2006/relationships/tags" Target="../tags/tag457.xml"/><Relationship Id="rId12" Type="http://schemas.openxmlformats.org/officeDocument/2006/relationships/image" Target="../media/image1.png"/><Relationship Id="rId2" Type="http://schemas.openxmlformats.org/officeDocument/2006/relationships/tags" Target="../tags/tag452.xml"/><Relationship Id="rId1" Type="http://schemas.openxmlformats.org/officeDocument/2006/relationships/tags" Target="../tags/tag451.xml"/><Relationship Id="rId6" Type="http://schemas.openxmlformats.org/officeDocument/2006/relationships/tags" Target="../tags/tag456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55.xml"/><Relationship Id="rId10" Type="http://schemas.openxmlformats.org/officeDocument/2006/relationships/tags" Target="../tags/tag460.xml"/><Relationship Id="rId4" Type="http://schemas.openxmlformats.org/officeDocument/2006/relationships/tags" Target="../tags/tag454.xml"/><Relationship Id="rId9" Type="http://schemas.openxmlformats.org/officeDocument/2006/relationships/tags" Target="../tags/tag459.xml"/><Relationship Id="rId14" Type="http://schemas.openxmlformats.org/officeDocument/2006/relationships/image" Target="../media/image5.jpe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468.xml"/><Relationship Id="rId3" Type="http://schemas.openxmlformats.org/officeDocument/2006/relationships/tags" Target="../tags/tag463.xml"/><Relationship Id="rId7" Type="http://schemas.openxmlformats.org/officeDocument/2006/relationships/tags" Target="../tags/tag467.xml"/><Relationship Id="rId12" Type="http://schemas.openxmlformats.org/officeDocument/2006/relationships/image" Target="../media/image5.jpeg"/><Relationship Id="rId2" Type="http://schemas.openxmlformats.org/officeDocument/2006/relationships/tags" Target="../tags/tag462.xml"/><Relationship Id="rId1" Type="http://schemas.openxmlformats.org/officeDocument/2006/relationships/tags" Target="../tags/tag461.xml"/><Relationship Id="rId6" Type="http://schemas.openxmlformats.org/officeDocument/2006/relationships/tags" Target="../tags/tag466.xml"/><Relationship Id="rId11" Type="http://schemas.openxmlformats.org/officeDocument/2006/relationships/image" Target="../media/image2.svg"/><Relationship Id="rId5" Type="http://schemas.openxmlformats.org/officeDocument/2006/relationships/tags" Target="../tags/tag465.xml"/><Relationship Id="rId10" Type="http://schemas.openxmlformats.org/officeDocument/2006/relationships/image" Target="../media/image1.png"/><Relationship Id="rId4" Type="http://schemas.openxmlformats.org/officeDocument/2006/relationships/tags" Target="../tags/tag464.xml"/><Relationship Id="rId9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7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70.xml"/><Relationship Id="rId1" Type="http://schemas.openxmlformats.org/officeDocument/2006/relationships/tags" Target="../tags/tag469.xml"/><Relationship Id="rId6" Type="http://schemas.openxmlformats.org/officeDocument/2006/relationships/tags" Target="../tags/tag474.xml"/><Relationship Id="rId5" Type="http://schemas.openxmlformats.org/officeDocument/2006/relationships/tags" Target="../tags/tag473.xml"/><Relationship Id="rId10" Type="http://schemas.openxmlformats.org/officeDocument/2006/relationships/image" Target="../media/image5.jpeg"/><Relationship Id="rId4" Type="http://schemas.openxmlformats.org/officeDocument/2006/relationships/tags" Target="../tags/tag472.xml"/><Relationship Id="rId9" Type="http://schemas.openxmlformats.org/officeDocument/2006/relationships/image" Target="../media/image2.sv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tags" Target="../tags/tag477.xml"/><Relationship Id="rId7" Type="http://schemas.openxmlformats.org/officeDocument/2006/relationships/image" Target="../media/image28.png"/><Relationship Id="rId2" Type="http://schemas.openxmlformats.org/officeDocument/2006/relationships/tags" Target="../tags/tag476.xml"/><Relationship Id="rId1" Type="http://schemas.openxmlformats.org/officeDocument/2006/relationships/tags" Target="../tags/tag475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Relationship Id="rId9" Type="http://schemas.openxmlformats.org/officeDocument/2006/relationships/image" Target="../media/image5.jpe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480.xml"/><Relationship Id="rId7" Type="http://schemas.openxmlformats.org/officeDocument/2006/relationships/image" Target="../media/image5.jpeg"/><Relationship Id="rId2" Type="http://schemas.openxmlformats.org/officeDocument/2006/relationships/tags" Target="../tags/tag479.xml"/><Relationship Id="rId1" Type="http://schemas.openxmlformats.org/officeDocument/2006/relationships/tags" Target="../tags/tag478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82.xml"/><Relationship Id="rId1" Type="http://schemas.openxmlformats.org/officeDocument/2006/relationships/tags" Target="../tags/tag481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83.xml"/><Relationship Id="rId5" Type="http://schemas.openxmlformats.org/officeDocument/2006/relationships/image" Target="../media/image5.jpeg"/><Relationship Id="rId4" Type="http://schemas.openxmlformats.org/officeDocument/2006/relationships/image" Target="../media/image2.svg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4A80-A9B3-5A8C-2B28-D4AB1A032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8E524-08AF-EBBD-0F84-2810912C9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AE7DD-0B7A-12AC-B6A6-D67B0071A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CC257-5C6A-C31E-5B95-48B24BD3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BDBE0-5588-8AE0-93FA-E8C01356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09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E264-FC81-9FB4-3B04-39EC3E6F2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520-8B3E-1A44-DAD4-F2AAC1F3A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281DC-40FF-A844-C600-7156409C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DF195-984E-FB44-65DA-CE1730AF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000B7-1011-F8CA-3C39-4F589C43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75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96491-612C-C451-8BAE-4E6C864D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C9961-9DEF-405C-DF5B-896624A1C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24697-31EF-8B95-8050-AF7EB4D6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DA4D9-A874-D236-3A0B-BD77FAA19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3DC28-553E-FEF2-A81C-F125A2B7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32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69E85-6291-3E64-6FD5-6BCFEDA6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6A921-1725-786C-DEFF-47B9AB411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28D4C-7BBF-E474-8EA4-DEA75A8B2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FABD5-8489-95E3-B039-2073FB71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3AF1B-292F-FDC8-D375-9048EC3F5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3606E-089A-066F-4BD4-9E452BD8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16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4F8AD-F9A4-B1F5-EA39-C2A8E581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07E66-9F09-52D1-E8DD-06263D1DF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BCA56-8B9D-165C-BB90-D86D24529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4E82C-2B23-7DF6-BA26-CC39A89B3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08A94-17CE-7435-5E4D-8AEB3B320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66F504-9CA4-7F12-54D5-040F9CB7B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65D55A-20D1-9862-D73A-808EDC40C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0D66AE-D596-1E32-1DB0-1BD18C93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097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32F0-2E87-4C5B-6264-D0FDDDC5A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EB8862-E388-1529-DFDF-201A61A7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70A22-7F8B-74A3-EEA4-6FF97F96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2B148-D8B1-38EE-DF44-07961205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772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C4FB7-6724-9BA0-7970-D23B48661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23C10-1326-03B8-BDC0-3D463622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AB868-5DB0-ED21-90AE-C9115A64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19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C03BB-EA2C-AB1D-BC7B-7043C8F3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0E991-8CF0-0DDD-4696-45938AEA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527ED-8C2F-F557-62E8-986971CE7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64FC6-7DE3-AC2A-44F2-B3FF29C0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52C7C-7489-5C6B-A073-6DB5A946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2845B-7E8B-91F4-7016-1E65E66D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344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42C23-C154-B7FA-64B8-A106F6FA0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4744DB-AD7F-3768-BAE5-DAF59E991C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457DA-AEBE-FC18-66A0-CA328490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5FAC0-1E1A-019F-8394-20BC5A7A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D59AC-3D95-5A95-B4E9-2DCCD440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7E4F8-4C0A-F46B-60E1-39D1EC76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75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CD13-4DE2-BD57-EB42-3F20EADA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9F8B1-01BD-05D7-3672-BEF2DBBF8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D7DBC-90F2-32C5-ED2D-0A3F11147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F54CC-BB9D-F28C-306F-E23758AC1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387FB-0902-F065-85C5-6FBCB1EF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12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7C9A43-4A36-E24E-E1B5-61EDC76B6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7CF7E7-7FF5-4A3C-CDBB-BA22E182E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F2CA3-1D20-37BB-BB05-112A1970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38DDD-1AA3-7CBD-1AB8-5827E464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40F9-B27F-4911-5EA2-888D7B82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681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9AF0BE-EA0C-C2AF-FCBA-EAA6664E50DD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C28C2C46-CCA7-9BC1-5A92-7E912F07ED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875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3133F166-DAE8-2B28-90E9-242BCBB409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9"/>
            <a:ext cx="11017250" cy="378056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381312CE-2C3B-2F5A-EA24-F624616A490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657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C79BE67-567B-E88E-133F-13F593DC6FD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Name Date Placeholder">
            <a:extLst>
              <a:ext uri="{FF2B5EF4-FFF2-40B4-BE49-F238E27FC236}">
                <a16:creationId xmlns:a16="http://schemas.microsoft.com/office/drawing/2014/main" id="{2501E374-F1DA-2AD5-A054-82ED604C34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760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Picture 19">
            <a:extLst>
              <a:ext uri="{FF2B5EF4-FFF2-40B4-BE49-F238E27FC236}">
                <a16:creationId xmlns:a16="http://schemas.microsoft.com/office/drawing/2014/main" id="{BAABBAB7-1942-DB88-A446-DA1DD5C4476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8"/>
            <a:ext cx="11017250" cy="3780561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7AE92216-3462-06F0-4D18-376C6118A8E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46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304925"/>
            <a:ext cx="3554577" cy="833663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9FE4A27-B319-940F-EC8D-F396F3A975A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32288" y="0"/>
            <a:ext cx="7859712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EB890E5E-0BF5-2C53-0515-2FCFA1F6A7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475542"/>
            <a:ext cx="3028800" cy="400110"/>
          </a:xfrm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9" name="Freeform: Shape 2">
            <a:extLst>
              <a:ext uri="{FF2B5EF4-FFF2-40B4-BE49-F238E27FC236}">
                <a16:creationId xmlns:a16="http://schemas.microsoft.com/office/drawing/2014/main" id="{1A72CF3F-194B-2168-FB64-F19FDC181A46}"/>
              </a:ext>
            </a:extLst>
          </p:cNvPr>
          <p:cNvSpPr/>
          <p:nvPr userDrawn="1"/>
        </p:nvSpPr>
        <p:spPr>
          <a:xfrm flipH="1">
            <a:off x="2678814" y="5201516"/>
            <a:ext cx="1656485" cy="1656485"/>
          </a:xfrm>
          <a:custGeom>
            <a:avLst/>
            <a:gdLst>
              <a:gd name="connsiteX0" fmla="*/ 0 w 1656485"/>
              <a:gd name="connsiteY0" fmla="*/ 0 h 1656485"/>
              <a:gd name="connsiteX1" fmla="*/ 1656485 w 1656485"/>
              <a:gd name="connsiteY1" fmla="*/ 1656485 h 1656485"/>
              <a:gd name="connsiteX2" fmla="*/ 964671 w 1656485"/>
              <a:gd name="connsiteY2" fmla="*/ 1656485 h 1656485"/>
              <a:gd name="connsiteX3" fmla="*/ 0 w 1656485"/>
              <a:gd name="connsiteY3" fmla="*/ 691814 h 1656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6485" h="1656485">
                <a:moveTo>
                  <a:pt x="0" y="0"/>
                </a:moveTo>
                <a:cubicBezTo>
                  <a:pt x="914851" y="0"/>
                  <a:pt x="1656485" y="741634"/>
                  <a:pt x="1656485" y="1656485"/>
                </a:cubicBezTo>
                <a:lnTo>
                  <a:pt x="964671" y="1656485"/>
                </a:lnTo>
                <a:cubicBezTo>
                  <a:pt x="964671" y="1123712"/>
                  <a:pt x="532773" y="691814"/>
                  <a:pt x="0" y="6918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44B1C277-5C83-A8EA-A3BF-E2E345D4380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2138588"/>
            <a:ext cx="3554577" cy="376718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080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8" y="1646424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8079887" y="1646330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9A9C71F3-3653-5F93-98F0-79580F6C87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C65060C-9F23-811A-DF0F-D4517BCA2CA8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748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81A3176-98E4-285D-410F-80643BA59375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20E06-4A57-EF61-67DE-8F0F1DC0CD18}"/>
              </a:ext>
            </a:extLst>
          </p:cNvPr>
          <p:cNvSpPr/>
          <p:nvPr userDrawn="1"/>
        </p:nvSpPr>
        <p:spPr>
          <a:xfrm>
            <a:off x="8075614" y="1582205"/>
            <a:ext cx="4116386" cy="136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8" y="1582205"/>
            <a:ext cx="3524097" cy="1359548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Picture 19">
            <a:extLst>
              <a:ext uri="{FF2B5EF4-FFF2-40B4-BE49-F238E27FC236}">
                <a16:creationId xmlns:a16="http://schemas.microsoft.com/office/drawing/2014/main" id="{8BC39D9E-7922-9CC3-19AA-E9F8E3601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617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0487CD5-A145-7D73-43F4-21D4D67453A2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866176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760717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866082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C009E7EB-E426-C637-3A35-333795CF34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1" y="0"/>
            <a:ext cx="5400674" cy="6273800"/>
          </a:xfrm>
          <a:prstGeom prst="round2SameRect">
            <a:avLst>
              <a:gd name="adj1" fmla="val 0"/>
              <a:gd name="adj2" fmla="val 10287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67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905931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905931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Subtitle Placeholder 3">
            <a:extLst>
              <a:ext uri="{FF2B5EF4-FFF2-40B4-BE49-F238E27FC236}">
                <a16:creationId xmlns:a16="http://schemas.microsoft.com/office/drawing/2014/main" id="{066C7E35-D46F-C61E-602A-99B47A3CA56F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4"/>
            </p:custDataLst>
          </p:nvPr>
        </p:nvSpPr>
        <p:spPr>
          <a:xfrm>
            <a:off x="905931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Subtitle Placeholder 4">
            <a:extLst>
              <a:ext uri="{FF2B5EF4-FFF2-40B4-BE49-F238E27FC236}">
                <a16:creationId xmlns:a16="http://schemas.microsoft.com/office/drawing/2014/main" id="{9C12FDE5-A699-1E3B-9623-92D28F89CDB4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905931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ubtitle Placeholder 5">
            <a:extLst>
              <a:ext uri="{FF2B5EF4-FFF2-40B4-BE49-F238E27FC236}">
                <a16:creationId xmlns:a16="http://schemas.microsoft.com/office/drawing/2014/main" id="{E8BE6395-AA47-FFBE-D784-A51AB0BC8A1F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6522505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Subtitle Placeholder 6">
            <a:extLst>
              <a:ext uri="{FF2B5EF4-FFF2-40B4-BE49-F238E27FC236}">
                <a16:creationId xmlns:a16="http://schemas.microsoft.com/office/drawing/2014/main" id="{505971A1-D139-3590-4486-F56C273C9637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6522505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Subtitle Placeholder 7">
            <a:extLst>
              <a:ext uri="{FF2B5EF4-FFF2-40B4-BE49-F238E27FC236}">
                <a16:creationId xmlns:a16="http://schemas.microsoft.com/office/drawing/2014/main" id="{8E71B1AB-A720-3230-687D-4D40765D5D5F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8"/>
            </p:custDataLst>
          </p:nvPr>
        </p:nvSpPr>
        <p:spPr>
          <a:xfrm>
            <a:off x="6522505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 8">
            <a:extLst>
              <a:ext uri="{FF2B5EF4-FFF2-40B4-BE49-F238E27FC236}">
                <a16:creationId xmlns:a16="http://schemas.microsoft.com/office/drawing/2014/main" id="{43192281-10EA-2857-88D9-EF52E1DF752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6522505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itle Placeholder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grpSp>
        <p:nvGrpSpPr>
          <p:cNvPr id="15" name="Group">
            <a:extLst>
              <a:ext uri="{FF2B5EF4-FFF2-40B4-BE49-F238E27FC236}">
                <a16:creationId xmlns:a16="http://schemas.microsoft.com/office/drawing/2014/main" id="{8924DA07-BE89-50EF-533E-2876D41C6386}"/>
              </a:ext>
            </a:extLst>
          </p:cNvPr>
          <p:cNvGrpSpPr/>
          <p:nvPr userDrawn="1"/>
        </p:nvGrpSpPr>
        <p:grpSpPr>
          <a:xfrm>
            <a:off x="591650" y="3104928"/>
            <a:ext cx="310492" cy="310492"/>
            <a:chOff x="990456" y="3391893"/>
            <a:chExt cx="360000" cy="360000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A38C795C-BCBA-4592-8940-00D8EC46726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D2BBA68-F457-B5A6-0D2D-D8FD8AD372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8" name="Group">
            <a:extLst>
              <a:ext uri="{FF2B5EF4-FFF2-40B4-BE49-F238E27FC236}">
                <a16:creationId xmlns:a16="http://schemas.microsoft.com/office/drawing/2014/main" id="{39873E42-DEC9-9C3D-08CF-12E75A81E104}"/>
              </a:ext>
            </a:extLst>
          </p:cNvPr>
          <p:cNvGrpSpPr/>
          <p:nvPr userDrawn="1"/>
        </p:nvGrpSpPr>
        <p:grpSpPr>
          <a:xfrm>
            <a:off x="591650" y="3997316"/>
            <a:ext cx="310492" cy="310492"/>
            <a:chOff x="990456" y="3391893"/>
            <a:chExt cx="360000" cy="360000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5F7F2012-151C-638D-39CE-1862BBB117E5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0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9935D05-8CD2-7465-03DF-DE39B30E93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1" name="Group">
            <a:extLst>
              <a:ext uri="{FF2B5EF4-FFF2-40B4-BE49-F238E27FC236}">
                <a16:creationId xmlns:a16="http://schemas.microsoft.com/office/drawing/2014/main" id="{BEFD107A-826D-1620-3C30-86166B72E268}"/>
              </a:ext>
            </a:extLst>
          </p:cNvPr>
          <p:cNvGrpSpPr/>
          <p:nvPr userDrawn="1"/>
        </p:nvGrpSpPr>
        <p:grpSpPr>
          <a:xfrm>
            <a:off x="591650" y="4889704"/>
            <a:ext cx="310492" cy="310492"/>
            <a:chOff x="990456" y="3391893"/>
            <a:chExt cx="360000" cy="360000"/>
          </a:xfrm>
        </p:grpSpPr>
        <p:sp>
          <p:nvSpPr>
            <p:cNvPr id="22" name="Ellipse">
              <a:extLst>
                <a:ext uri="{FF2B5EF4-FFF2-40B4-BE49-F238E27FC236}">
                  <a16:creationId xmlns:a16="http://schemas.microsoft.com/office/drawing/2014/main" id="{8EE85E0F-4B43-E9B7-A1CB-6F23CFBD2DF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037A203-8AF5-228C-252E-EC862F1A50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2" name="Group">
            <a:extLst>
              <a:ext uri="{FF2B5EF4-FFF2-40B4-BE49-F238E27FC236}">
                <a16:creationId xmlns:a16="http://schemas.microsoft.com/office/drawing/2014/main" id="{FD382E07-BF74-9D2E-A661-AD99065491A6}"/>
              </a:ext>
            </a:extLst>
          </p:cNvPr>
          <p:cNvGrpSpPr/>
          <p:nvPr userDrawn="1"/>
        </p:nvGrpSpPr>
        <p:grpSpPr>
          <a:xfrm>
            <a:off x="591650" y="5782091"/>
            <a:ext cx="310492" cy="310492"/>
            <a:chOff x="990456" y="3391893"/>
            <a:chExt cx="360000" cy="360000"/>
          </a:xfrm>
        </p:grpSpPr>
        <p:sp>
          <p:nvSpPr>
            <p:cNvPr id="33" name="Ellipse">
              <a:extLst>
                <a:ext uri="{FF2B5EF4-FFF2-40B4-BE49-F238E27FC236}">
                  <a16:creationId xmlns:a16="http://schemas.microsoft.com/office/drawing/2014/main" id="{A4827483-41EC-B87B-0585-920F6DD01EB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EE1633B-8EF0-3D77-11C4-84D3C416BC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5" name="Group">
            <a:extLst>
              <a:ext uri="{FF2B5EF4-FFF2-40B4-BE49-F238E27FC236}">
                <a16:creationId xmlns:a16="http://schemas.microsoft.com/office/drawing/2014/main" id="{690CA606-79C4-2886-0E5F-74B3C1F9F447}"/>
              </a:ext>
            </a:extLst>
          </p:cNvPr>
          <p:cNvGrpSpPr/>
          <p:nvPr userDrawn="1"/>
        </p:nvGrpSpPr>
        <p:grpSpPr>
          <a:xfrm>
            <a:off x="6208224" y="3104928"/>
            <a:ext cx="310492" cy="310492"/>
            <a:chOff x="990456" y="3391893"/>
            <a:chExt cx="360000" cy="360000"/>
          </a:xfrm>
        </p:grpSpPr>
        <p:sp>
          <p:nvSpPr>
            <p:cNvPr id="36" name="Ellipse">
              <a:extLst>
                <a:ext uri="{FF2B5EF4-FFF2-40B4-BE49-F238E27FC236}">
                  <a16:creationId xmlns:a16="http://schemas.microsoft.com/office/drawing/2014/main" id="{C6AA1E20-1B5D-DD7B-9745-5BFD6E5D80E2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BF992589-3556-E368-0B1C-E6443BC9CB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57" name="Group">
            <a:extLst>
              <a:ext uri="{FF2B5EF4-FFF2-40B4-BE49-F238E27FC236}">
                <a16:creationId xmlns:a16="http://schemas.microsoft.com/office/drawing/2014/main" id="{CDFDC920-56EB-0D1E-9BEA-AF7AD2C41B58}"/>
              </a:ext>
            </a:extLst>
          </p:cNvPr>
          <p:cNvGrpSpPr/>
          <p:nvPr userDrawn="1"/>
        </p:nvGrpSpPr>
        <p:grpSpPr>
          <a:xfrm>
            <a:off x="6208224" y="3997316"/>
            <a:ext cx="310492" cy="310492"/>
            <a:chOff x="990456" y="3391893"/>
            <a:chExt cx="360000" cy="360000"/>
          </a:xfrm>
        </p:grpSpPr>
        <p:sp>
          <p:nvSpPr>
            <p:cNvPr id="58" name="Ellipse">
              <a:extLst>
                <a:ext uri="{FF2B5EF4-FFF2-40B4-BE49-F238E27FC236}">
                  <a16:creationId xmlns:a16="http://schemas.microsoft.com/office/drawing/2014/main" id="{8CFB35BA-2A40-5650-D270-2ED508138AA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59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6BE5C6E-E3AC-CCBD-4A5D-DCA041FEB6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0" name="Group">
            <a:extLst>
              <a:ext uri="{FF2B5EF4-FFF2-40B4-BE49-F238E27FC236}">
                <a16:creationId xmlns:a16="http://schemas.microsoft.com/office/drawing/2014/main" id="{D95B7472-FB62-92D4-B60B-08F7A9285245}"/>
              </a:ext>
            </a:extLst>
          </p:cNvPr>
          <p:cNvGrpSpPr/>
          <p:nvPr userDrawn="1"/>
        </p:nvGrpSpPr>
        <p:grpSpPr>
          <a:xfrm>
            <a:off x="6208224" y="4889704"/>
            <a:ext cx="310492" cy="310492"/>
            <a:chOff x="990456" y="3391893"/>
            <a:chExt cx="360000" cy="360000"/>
          </a:xfrm>
        </p:grpSpPr>
        <p:sp>
          <p:nvSpPr>
            <p:cNvPr id="61" name="Ellipse">
              <a:extLst>
                <a:ext uri="{FF2B5EF4-FFF2-40B4-BE49-F238E27FC236}">
                  <a16:creationId xmlns:a16="http://schemas.microsoft.com/office/drawing/2014/main" id="{107C8028-1106-84A9-4018-288A39E046B7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BA22113-699C-8954-7AFE-A95E970102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3" name="Group">
            <a:extLst>
              <a:ext uri="{FF2B5EF4-FFF2-40B4-BE49-F238E27FC236}">
                <a16:creationId xmlns:a16="http://schemas.microsoft.com/office/drawing/2014/main" id="{0C3871D7-D20E-E1D6-951B-71415AF49E59}"/>
              </a:ext>
            </a:extLst>
          </p:cNvPr>
          <p:cNvGrpSpPr/>
          <p:nvPr userDrawn="1"/>
        </p:nvGrpSpPr>
        <p:grpSpPr>
          <a:xfrm>
            <a:off x="6208224" y="5782091"/>
            <a:ext cx="310492" cy="310492"/>
            <a:chOff x="990456" y="3391893"/>
            <a:chExt cx="360000" cy="360000"/>
          </a:xfrm>
        </p:grpSpPr>
        <p:sp>
          <p:nvSpPr>
            <p:cNvPr id="64" name="Ellipse">
              <a:extLst>
                <a:ext uri="{FF2B5EF4-FFF2-40B4-BE49-F238E27FC236}">
                  <a16:creationId xmlns:a16="http://schemas.microsoft.com/office/drawing/2014/main" id="{E2897212-0F36-A43F-D7CD-EB9253587348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5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5C38AEC-1D3A-A731-D46C-446BCFF19A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219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084F482-2134-F524-1DE6-F9B9D55FF83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905930" y="3407440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5BD44302-B412-8B8C-F85A-AA1C2A256424}"/>
              </a:ext>
            </a:extLst>
          </p:cNvPr>
          <p:cNvGrpSpPr/>
          <p:nvPr userDrawn="1"/>
        </p:nvGrpSpPr>
        <p:grpSpPr>
          <a:xfrm>
            <a:off x="591650" y="3424258"/>
            <a:ext cx="310492" cy="310492"/>
            <a:chOff x="990456" y="3391893"/>
            <a:chExt cx="360000" cy="360000"/>
          </a:xfrm>
        </p:grpSpPr>
        <p:sp>
          <p:nvSpPr>
            <p:cNvPr id="2" name="Ellipse">
              <a:extLst>
                <a:ext uri="{FF2B5EF4-FFF2-40B4-BE49-F238E27FC236}">
                  <a16:creationId xmlns:a16="http://schemas.microsoft.com/office/drawing/2014/main" id="{193B250D-F778-C153-5B09-6093E6FCFC91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85D1908-94AA-27EF-4A25-FA8BD767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905930" y="41482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ubtitle Placeholder 3">
            <a:extLst>
              <a:ext uri="{FF2B5EF4-FFF2-40B4-BE49-F238E27FC236}">
                <a16:creationId xmlns:a16="http://schemas.microsoft.com/office/drawing/2014/main" id="{B4012B79-26B4-5CA4-8BAC-7922606024BE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905930" y="4889144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Subtitle Placeholder 4">
            <a:extLst>
              <a:ext uri="{FF2B5EF4-FFF2-40B4-BE49-F238E27FC236}">
                <a16:creationId xmlns:a16="http://schemas.microsoft.com/office/drawing/2014/main" id="{2C3AC72D-025C-3A11-EA5D-E3AFA80D6FEF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905930" y="56379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">
            <a:extLst>
              <a:ext uri="{FF2B5EF4-FFF2-40B4-BE49-F238E27FC236}">
                <a16:creationId xmlns:a16="http://schemas.microsoft.com/office/drawing/2014/main" id="{8220C018-0222-066D-AD0C-DDDA51B52E65}"/>
              </a:ext>
            </a:extLst>
          </p:cNvPr>
          <p:cNvGrpSpPr/>
          <p:nvPr userDrawn="1"/>
        </p:nvGrpSpPr>
        <p:grpSpPr>
          <a:xfrm>
            <a:off x="591650" y="4167627"/>
            <a:ext cx="310492" cy="310492"/>
            <a:chOff x="990456" y="3391893"/>
            <a:chExt cx="360000" cy="360000"/>
          </a:xfrm>
        </p:grpSpPr>
        <p:sp>
          <p:nvSpPr>
            <p:cNvPr id="13" name="Ellipse">
              <a:extLst>
                <a:ext uri="{FF2B5EF4-FFF2-40B4-BE49-F238E27FC236}">
                  <a16:creationId xmlns:a16="http://schemas.microsoft.com/office/drawing/2014/main" id="{7262C8ED-9F09-9216-670A-63181019D609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0398581A-7794-AA0C-C51E-669C58F89A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6" name="Group">
            <a:extLst>
              <a:ext uri="{FF2B5EF4-FFF2-40B4-BE49-F238E27FC236}">
                <a16:creationId xmlns:a16="http://schemas.microsoft.com/office/drawing/2014/main" id="{FA41952F-A81A-329B-7281-A86E79CADEC9}"/>
              </a:ext>
            </a:extLst>
          </p:cNvPr>
          <p:cNvGrpSpPr/>
          <p:nvPr userDrawn="1"/>
        </p:nvGrpSpPr>
        <p:grpSpPr>
          <a:xfrm>
            <a:off x="591650" y="4910996"/>
            <a:ext cx="310492" cy="310492"/>
            <a:chOff x="990456" y="3391893"/>
            <a:chExt cx="360000" cy="360000"/>
          </a:xfrm>
        </p:grpSpPr>
        <p:sp>
          <p:nvSpPr>
            <p:cNvPr id="17" name="Ellipse">
              <a:extLst>
                <a:ext uri="{FF2B5EF4-FFF2-40B4-BE49-F238E27FC236}">
                  <a16:creationId xmlns:a16="http://schemas.microsoft.com/office/drawing/2014/main" id="{CDFE8CAF-8CD1-1573-3787-4B79B3649F5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8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96ACCB7-3B11-183B-E76B-EE28AF9543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0" name="Group">
            <a:extLst>
              <a:ext uri="{FF2B5EF4-FFF2-40B4-BE49-F238E27FC236}">
                <a16:creationId xmlns:a16="http://schemas.microsoft.com/office/drawing/2014/main" id="{16A53DB9-4D1C-5269-D773-E4A25F89F19E}"/>
              </a:ext>
            </a:extLst>
          </p:cNvPr>
          <p:cNvGrpSpPr/>
          <p:nvPr userDrawn="1"/>
        </p:nvGrpSpPr>
        <p:grpSpPr>
          <a:xfrm>
            <a:off x="591650" y="5654364"/>
            <a:ext cx="310492" cy="310492"/>
            <a:chOff x="990456" y="3391893"/>
            <a:chExt cx="360000" cy="360000"/>
          </a:xfrm>
        </p:grpSpPr>
        <p:sp>
          <p:nvSpPr>
            <p:cNvPr id="21" name="Ellipse">
              <a:extLst>
                <a:ext uri="{FF2B5EF4-FFF2-40B4-BE49-F238E27FC236}">
                  <a16:creationId xmlns:a16="http://schemas.microsoft.com/office/drawing/2014/main" id="{11D39A46-0017-F4C6-190A-126EBE02629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276E34A-66F5-F0DC-5854-5DEC0C0F77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725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Goal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905931" y="3272939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905931" y="4165327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Subtitle Placeholder 3">
            <a:extLst>
              <a:ext uri="{FF2B5EF4-FFF2-40B4-BE49-F238E27FC236}">
                <a16:creationId xmlns:a16="http://schemas.microsoft.com/office/drawing/2014/main" id="{066C7E35-D46F-C61E-602A-99B47A3CA56F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4"/>
            </p:custDataLst>
          </p:nvPr>
        </p:nvSpPr>
        <p:spPr>
          <a:xfrm>
            <a:off x="905931" y="5057715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Subtitle Placeholder 4">
            <a:extLst>
              <a:ext uri="{FF2B5EF4-FFF2-40B4-BE49-F238E27FC236}">
                <a16:creationId xmlns:a16="http://schemas.microsoft.com/office/drawing/2014/main" id="{9C12FDE5-A699-1E3B-9623-92D28F89CDB4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905931" y="5950102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ubtitle Placeholder 5">
            <a:extLst>
              <a:ext uri="{FF2B5EF4-FFF2-40B4-BE49-F238E27FC236}">
                <a16:creationId xmlns:a16="http://schemas.microsoft.com/office/drawing/2014/main" id="{E8BE6395-AA47-FFBE-D784-A51AB0BC8A1F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6522505" y="3272939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Subtitle Placeholder 6">
            <a:extLst>
              <a:ext uri="{FF2B5EF4-FFF2-40B4-BE49-F238E27FC236}">
                <a16:creationId xmlns:a16="http://schemas.microsoft.com/office/drawing/2014/main" id="{505971A1-D139-3590-4486-F56C273C9637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6522505" y="4165327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Subtitle Placeholder 7">
            <a:extLst>
              <a:ext uri="{FF2B5EF4-FFF2-40B4-BE49-F238E27FC236}">
                <a16:creationId xmlns:a16="http://schemas.microsoft.com/office/drawing/2014/main" id="{8E71B1AB-A720-3230-687D-4D40765D5D5F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8"/>
            </p:custDataLst>
          </p:nvPr>
        </p:nvSpPr>
        <p:spPr>
          <a:xfrm>
            <a:off x="6522505" y="5057715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 8">
            <a:extLst>
              <a:ext uri="{FF2B5EF4-FFF2-40B4-BE49-F238E27FC236}">
                <a16:creationId xmlns:a16="http://schemas.microsoft.com/office/drawing/2014/main" id="{43192281-10EA-2857-88D9-EF52E1DF752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6522505" y="5950102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itle Placeholder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91650" y="1601104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grpSp>
        <p:nvGrpSpPr>
          <p:cNvPr id="15" name="Group">
            <a:extLst>
              <a:ext uri="{FF2B5EF4-FFF2-40B4-BE49-F238E27FC236}">
                <a16:creationId xmlns:a16="http://schemas.microsoft.com/office/drawing/2014/main" id="{8924DA07-BE89-50EF-533E-2876D41C6386}"/>
              </a:ext>
            </a:extLst>
          </p:cNvPr>
          <p:cNvGrpSpPr/>
          <p:nvPr userDrawn="1"/>
        </p:nvGrpSpPr>
        <p:grpSpPr>
          <a:xfrm>
            <a:off x="591650" y="3289757"/>
            <a:ext cx="310492" cy="310492"/>
            <a:chOff x="990456" y="3391893"/>
            <a:chExt cx="360000" cy="360000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A38C795C-BCBA-4592-8940-00D8EC46726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D2BBA68-F457-B5A6-0D2D-D8FD8AD372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8" name="Group">
            <a:extLst>
              <a:ext uri="{FF2B5EF4-FFF2-40B4-BE49-F238E27FC236}">
                <a16:creationId xmlns:a16="http://schemas.microsoft.com/office/drawing/2014/main" id="{39873E42-DEC9-9C3D-08CF-12E75A81E104}"/>
              </a:ext>
            </a:extLst>
          </p:cNvPr>
          <p:cNvGrpSpPr/>
          <p:nvPr userDrawn="1"/>
        </p:nvGrpSpPr>
        <p:grpSpPr>
          <a:xfrm>
            <a:off x="591650" y="4182145"/>
            <a:ext cx="310492" cy="310492"/>
            <a:chOff x="990456" y="3391893"/>
            <a:chExt cx="360000" cy="360000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5F7F2012-151C-638D-39CE-1862BBB117E5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0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9935D05-8CD2-7465-03DF-DE39B30E93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1" name="Group">
            <a:extLst>
              <a:ext uri="{FF2B5EF4-FFF2-40B4-BE49-F238E27FC236}">
                <a16:creationId xmlns:a16="http://schemas.microsoft.com/office/drawing/2014/main" id="{BEFD107A-826D-1620-3C30-86166B72E268}"/>
              </a:ext>
            </a:extLst>
          </p:cNvPr>
          <p:cNvGrpSpPr/>
          <p:nvPr userDrawn="1"/>
        </p:nvGrpSpPr>
        <p:grpSpPr>
          <a:xfrm>
            <a:off x="591650" y="5074533"/>
            <a:ext cx="310492" cy="310492"/>
            <a:chOff x="990456" y="3391893"/>
            <a:chExt cx="360000" cy="360000"/>
          </a:xfrm>
        </p:grpSpPr>
        <p:sp>
          <p:nvSpPr>
            <p:cNvPr id="22" name="Ellipse">
              <a:extLst>
                <a:ext uri="{FF2B5EF4-FFF2-40B4-BE49-F238E27FC236}">
                  <a16:creationId xmlns:a16="http://schemas.microsoft.com/office/drawing/2014/main" id="{8EE85E0F-4B43-E9B7-A1CB-6F23CFBD2DF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037A203-8AF5-228C-252E-EC862F1A50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2" name="Group">
            <a:extLst>
              <a:ext uri="{FF2B5EF4-FFF2-40B4-BE49-F238E27FC236}">
                <a16:creationId xmlns:a16="http://schemas.microsoft.com/office/drawing/2014/main" id="{FD382E07-BF74-9D2E-A661-AD99065491A6}"/>
              </a:ext>
            </a:extLst>
          </p:cNvPr>
          <p:cNvGrpSpPr/>
          <p:nvPr userDrawn="1"/>
        </p:nvGrpSpPr>
        <p:grpSpPr>
          <a:xfrm>
            <a:off x="591650" y="5966920"/>
            <a:ext cx="310492" cy="310492"/>
            <a:chOff x="990456" y="3391893"/>
            <a:chExt cx="360000" cy="360000"/>
          </a:xfrm>
        </p:grpSpPr>
        <p:sp>
          <p:nvSpPr>
            <p:cNvPr id="33" name="Ellipse">
              <a:extLst>
                <a:ext uri="{FF2B5EF4-FFF2-40B4-BE49-F238E27FC236}">
                  <a16:creationId xmlns:a16="http://schemas.microsoft.com/office/drawing/2014/main" id="{A4827483-41EC-B87B-0585-920F6DD01EB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EE1633B-8EF0-3D77-11C4-84D3C416BC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5" name="Group">
            <a:extLst>
              <a:ext uri="{FF2B5EF4-FFF2-40B4-BE49-F238E27FC236}">
                <a16:creationId xmlns:a16="http://schemas.microsoft.com/office/drawing/2014/main" id="{690CA606-79C4-2886-0E5F-74B3C1F9F447}"/>
              </a:ext>
            </a:extLst>
          </p:cNvPr>
          <p:cNvGrpSpPr/>
          <p:nvPr userDrawn="1"/>
        </p:nvGrpSpPr>
        <p:grpSpPr>
          <a:xfrm>
            <a:off x="6208224" y="3289757"/>
            <a:ext cx="310492" cy="310492"/>
            <a:chOff x="990456" y="3391893"/>
            <a:chExt cx="360000" cy="360000"/>
          </a:xfrm>
        </p:grpSpPr>
        <p:sp>
          <p:nvSpPr>
            <p:cNvPr id="36" name="Ellipse">
              <a:extLst>
                <a:ext uri="{FF2B5EF4-FFF2-40B4-BE49-F238E27FC236}">
                  <a16:creationId xmlns:a16="http://schemas.microsoft.com/office/drawing/2014/main" id="{C6AA1E20-1B5D-DD7B-9745-5BFD6E5D80E2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BF992589-3556-E368-0B1C-E6443BC9CB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57" name="Group">
            <a:extLst>
              <a:ext uri="{FF2B5EF4-FFF2-40B4-BE49-F238E27FC236}">
                <a16:creationId xmlns:a16="http://schemas.microsoft.com/office/drawing/2014/main" id="{CDFDC920-56EB-0D1E-9BEA-AF7AD2C41B58}"/>
              </a:ext>
            </a:extLst>
          </p:cNvPr>
          <p:cNvGrpSpPr/>
          <p:nvPr userDrawn="1"/>
        </p:nvGrpSpPr>
        <p:grpSpPr>
          <a:xfrm>
            <a:off x="6208224" y="4182145"/>
            <a:ext cx="310492" cy="310492"/>
            <a:chOff x="990456" y="3391893"/>
            <a:chExt cx="360000" cy="360000"/>
          </a:xfrm>
        </p:grpSpPr>
        <p:sp>
          <p:nvSpPr>
            <p:cNvPr id="58" name="Ellipse">
              <a:extLst>
                <a:ext uri="{FF2B5EF4-FFF2-40B4-BE49-F238E27FC236}">
                  <a16:creationId xmlns:a16="http://schemas.microsoft.com/office/drawing/2014/main" id="{8CFB35BA-2A40-5650-D270-2ED508138AA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59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6BE5C6E-E3AC-CCBD-4A5D-DCA041FEB6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0" name="Group">
            <a:extLst>
              <a:ext uri="{FF2B5EF4-FFF2-40B4-BE49-F238E27FC236}">
                <a16:creationId xmlns:a16="http://schemas.microsoft.com/office/drawing/2014/main" id="{D95B7472-FB62-92D4-B60B-08F7A9285245}"/>
              </a:ext>
            </a:extLst>
          </p:cNvPr>
          <p:cNvGrpSpPr/>
          <p:nvPr userDrawn="1"/>
        </p:nvGrpSpPr>
        <p:grpSpPr>
          <a:xfrm>
            <a:off x="6208224" y="5074533"/>
            <a:ext cx="310492" cy="310492"/>
            <a:chOff x="990456" y="3391893"/>
            <a:chExt cx="360000" cy="360000"/>
          </a:xfrm>
        </p:grpSpPr>
        <p:sp>
          <p:nvSpPr>
            <p:cNvPr id="61" name="Ellipse">
              <a:extLst>
                <a:ext uri="{FF2B5EF4-FFF2-40B4-BE49-F238E27FC236}">
                  <a16:creationId xmlns:a16="http://schemas.microsoft.com/office/drawing/2014/main" id="{107C8028-1106-84A9-4018-288A39E046B7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BA22113-699C-8954-7AFE-A95E970102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3" name="Group">
            <a:extLst>
              <a:ext uri="{FF2B5EF4-FFF2-40B4-BE49-F238E27FC236}">
                <a16:creationId xmlns:a16="http://schemas.microsoft.com/office/drawing/2014/main" id="{0C3871D7-D20E-E1D6-951B-71415AF49E59}"/>
              </a:ext>
            </a:extLst>
          </p:cNvPr>
          <p:cNvGrpSpPr/>
          <p:nvPr userDrawn="1"/>
        </p:nvGrpSpPr>
        <p:grpSpPr>
          <a:xfrm>
            <a:off x="6208224" y="5966920"/>
            <a:ext cx="310492" cy="310492"/>
            <a:chOff x="990456" y="3391893"/>
            <a:chExt cx="360000" cy="360000"/>
          </a:xfrm>
        </p:grpSpPr>
        <p:sp>
          <p:nvSpPr>
            <p:cNvPr id="64" name="Ellipse">
              <a:extLst>
                <a:ext uri="{FF2B5EF4-FFF2-40B4-BE49-F238E27FC236}">
                  <a16:creationId xmlns:a16="http://schemas.microsoft.com/office/drawing/2014/main" id="{E2897212-0F36-A43F-D7CD-EB9253587348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5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5C38AEC-1D3A-A731-D46C-446BCFF19A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cxnSp>
        <p:nvCxnSpPr>
          <p:cNvPr id="5" name="Straight Connector">
            <a:extLst>
              <a:ext uri="{FF2B5EF4-FFF2-40B4-BE49-F238E27FC236}">
                <a16:creationId xmlns:a16="http://schemas.microsoft.com/office/drawing/2014/main" id="{9066A260-9DAD-4574-54FA-C74B682B4B42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3489" y="1335436"/>
            <a:ext cx="0" cy="115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593C21-4C64-7B70-73A1-882EC04772D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1"/>
            </p:custDataLst>
          </p:nvPr>
        </p:nvSpPr>
        <p:spPr>
          <a:xfrm>
            <a:off x="6331412" y="1336315"/>
            <a:ext cx="5276999" cy="1157442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895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DDA395-4B2E-5027-97BE-94CAC7710740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39067"/>
            <a:ext cx="4116388" cy="16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4"/>
            </p:custDataLst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43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CAC9B30-99F5-EF5B-E4AB-626A8B317B0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39066"/>
            <a:ext cx="4116388" cy="2618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4"/>
            </p:custDataLst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  <p:custDataLst>
              <p:tags r:id="rId5"/>
            </p:custDataLst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59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F03EA96-511B-D4E1-07B4-42A629E7532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632472"/>
            <a:ext cx="2643153" cy="3225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49973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1913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  <p:custDataLst>
              <p:tags r:id="rId3"/>
            </p:custDataLst>
          </p:nvPr>
        </p:nvSpPr>
        <p:spPr>
          <a:xfrm>
            <a:off x="591650" y="3632472"/>
            <a:ext cx="2016000" cy="2653236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4"/>
            </p:custDataLst>
          </p:nvPr>
        </p:nvSpPr>
        <p:spPr>
          <a:xfrm>
            <a:off x="2839825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5"/>
            </p:custDataLst>
          </p:nvPr>
        </p:nvSpPr>
        <p:spPr>
          <a:xfrm>
            <a:off x="5088001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4000F21-D568-A32C-B35E-3F93A6F123C2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6"/>
            </p:custDataLst>
          </p:nvPr>
        </p:nvSpPr>
        <p:spPr>
          <a:xfrm>
            <a:off x="7336177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7C9694D-B068-942A-835F-28C9BB5A102B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9584350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5DC565D5-EF8A-2AEF-3EC6-E66F0F2827D5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0089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">
            <a:extLst>
              <a:ext uri="{FF2B5EF4-FFF2-40B4-BE49-F238E27FC236}">
                <a16:creationId xmlns:a16="http://schemas.microsoft.com/office/drawing/2014/main" id="{BA6AD9DB-245E-46D9-A88E-4F0C5D56A686}"/>
              </a:ext>
            </a:extLst>
          </p:cNvPr>
          <p:cNvCxnSpPr>
            <a:cxnSpLocks/>
          </p:cNvCxnSpPr>
          <p:nvPr userDrawn="1"/>
        </p:nvCxnSpPr>
        <p:spPr>
          <a:xfrm flipV="1">
            <a:off x="9468265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543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D7F35C0-A8EA-5309-30D4-7D326AA3723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D061B049-C148-6A93-50DA-BF08383D2E9D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4"/>
            </p:custDataLst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1C8CEB2B-733D-E677-EA35-EDB973B48694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546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2143EB-D278-C5C6-05D2-A56B3061D5CD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41" y="3386771"/>
            <a:ext cx="5987409" cy="3471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E8B634EE-36E3-DBCC-6013-189D5761B7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01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3386771"/>
            <a:ext cx="5987409" cy="3471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59061C0-FADB-8B8B-8469-188444F940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200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B0940B-228F-F49A-EE37-2ADAF3C8A17C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9A0E6AB1-F354-2FD0-7FF2-68DC2E37EAE8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783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3017580"/>
            <a:ext cx="5988050" cy="3840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017580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2291" y="3944797"/>
            <a:ext cx="5395759" cy="23256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8866" y="3017580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208866" y="3944797"/>
            <a:ext cx="5395759" cy="2326072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397A1A-1ED0-E65E-6A35-6253C681858C}"/>
              </a:ext>
            </a:extLst>
          </p:cNvPr>
          <p:cNvSpPr/>
          <p:nvPr userDrawn="1"/>
        </p:nvSpPr>
        <p:spPr>
          <a:xfrm>
            <a:off x="9490699" y="0"/>
            <a:ext cx="2701301" cy="2693210"/>
          </a:xfrm>
          <a:custGeom>
            <a:avLst/>
            <a:gdLst>
              <a:gd name="connsiteX0" fmla="*/ 83772 w 2701301"/>
              <a:gd name="connsiteY0" fmla="*/ 0 h 2693210"/>
              <a:gd name="connsiteX1" fmla="*/ 900895 w 2701301"/>
              <a:gd name="connsiteY1" fmla="*/ 0 h 2693210"/>
              <a:gd name="connsiteX2" fmla="*/ 871339 w 2701301"/>
              <a:gd name="connsiteY2" fmla="*/ 61355 h 2693210"/>
              <a:gd name="connsiteX3" fmla="*/ 765781 w 2701301"/>
              <a:gd name="connsiteY3" fmla="*/ 584200 h 2693210"/>
              <a:gd name="connsiteX4" fmla="*/ 2109009 w 2701301"/>
              <a:gd name="connsiteY4" fmla="*/ 1927428 h 2693210"/>
              <a:gd name="connsiteX5" fmla="*/ 2631854 w 2701301"/>
              <a:gd name="connsiteY5" fmla="*/ 1821870 h 2693210"/>
              <a:gd name="connsiteX6" fmla="*/ 2701301 w 2701301"/>
              <a:gd name="connsiteY6" fmla="*/ 1788416 h 2693210"/>
              <a:gd name="connsiteX7" fmla="*/ 2701301 w 2701301"/>
              <a:gd name="connsiteY7" fmla="*/ 2607358 h 2693210"/>
              <a:gd name="connsiteX8" fmla="*/ 2534049 w 2701301"/>
              <a:gd name="connsiteY8" fmla="*/ 2650363 h 2693210"/>
              <a:gd name="connsiteX9" fmla="*/ 2109010 w 2701301"/>
              <a:gd name="connsiteY9" fmla="*/ 2693210 h 2693210"/>
              <a:gd name="connsiteX10" fmla="*/ 0 w 2701301"/>
              <a:gd name="connsiteY10" fmla="*/ 584200 h 2693210"/>
              <a:gd name="connsiteX11" fmla="*/ 42848 w 2701301"/>
              <a:gd name="connsiteY11" fmla="*/ 159161 h 269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1301" h="2693210">
                <a:moveTo>
                  <a:pt x="83772" y="0"/>
                </a:moveTo>
                <a:lnTo>
                  <a:pt x="900895" y="0"/>
                </a:lnTo>
                <a:lnTo>
                  <a:pt x="871339" y="61355"/>
                </a:lnTo>
                <a:cubicBezTo>
                  <a:pt x="803368" y="222057"/>
                  <a:pt x="765781" y="398739"/>
                  <a:pt x="765781" y="584200"/>
                </a:cubicBezTo>
                <a:cubicBezTo>
                  <a:pt x="765781" y="1326044"/>
                  <a:pt x="1367165" y="1927428"/>
                  <a:pt x="2109009" y="1927428"/>
                </a:cubicBezTo>
                <a:cubicBezTo>
                  <a:pt x="2294470" y="1927428"/>
                  <a:pt x="2471152" y="1889842"/>
                  <a:pt x="2631854" y="1821870"/>
                </a:cubicBezTo>
                <a:lnTo>
                  <a:pt x="2701301" y="1788416"/>
                </a:lnTo>
                <a:lnTo>
                  <a:pt x="2701301" y="2607358"/>
                </a:lnTo>
                <a:lnTo>
                  <a:pt x="2534049" y="2650363"/>
                </a:lnTo>
                <a:cubicBezTo>
                  <a:pt x="2396758" y="2678456"/>
                  <a:pt x="2254607" y="2693210"/>
                  <a:pt x="2109010" y="2693210"/>
                </a:cubicBezTo>
                <a:cubicBezTo>
                  <a:pt x="944236" y="2693210"/>
                  <a:pt x="0" y="1748974"/>
                  <a:pt x="0" y="584200"/>
                </a:cubicBezTo>
                <a:cubicBezTo>
                  <a:pt x="0" y="438603"/>
                  <a:pt x="14754" y="296452"/>
                  <a:pt x="42848" y="1591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011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DB1C815-8DA1-CCED-FD10-D26E4CA9015B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016D0-893B-92E8-9AA1-FD6381FF88E7}"/>
              </a:ext>
            </a:extLst>
          </p:cNvPr>
          <p:cNvSpPr/>
          <p:nvPr userDrawn="1"/>
        </p:nvSpPr>
        <p:spPr>
          <a:xfrm>
            <a:off x="587375" y="2729955"/>
            <a:ext cx="5400000" cy="3552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 1">
            <a:extLst>
              <a:ext uri="{FF2B5EF4-FFF2-40B4-BE49-F238E27FC236}">
                <a16:creationId xmlns:a16="http://schemas.microsoft.com/office/drawing/2014/main" id="{FC47E551-1640-86A4-18AE-F72D1F74EA48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88016" y="2739786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46CA1BB8-199C-0E5D-3C89-52929563F6F1}"/>
              </a:ext>
            </a:extLst>
          </p:cNvPr>
          <p:cNvSpPr>
            <a:spLocks noGrp="1"/>
          </p:cNvSpPr>
          <p:nvPr>
            <p:ph type="body" idx="24"/>
            <p:custDataLst>
              <p:tags r:id="rId4"/>
            </p:custDataLst>
          </p:nvPr>
        </p:nvSpPr>
        <p:spPr>
          <a:xfrm>
            <a:off x="588016" y="3703758"/>
            <a:ext cx="5395759" cy="2580533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AB4E527A-DAA8-CD4E-29C5-E53FF388CD0A}"/>
              </a:ext>
            </a:extLst>
          </p:cNvPr>
          <p:cNvCxnSpPr>
            <a:cxnSpLocks/>
          </p:cNvCxnSpPr>
          <p:nvPr userDrawn="1"/>
        </p:nvCxnSpPr>
        <p:spPr>
          <a:xfrm>
            <a:off x="803375" y="3673178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4BB9ED-034D-C6F9-C12E-EE6AFCBE8B63}"/>
              </a:ext>
            </a:extLst>
          </p:cNvPr>
          <p:cNvSpPr/>
          <p:nvPr userDrawn="1"/>
        </p:nvSpPr>
        <p:spPr>
          <a:xfrm>
            <a:off x="6204625" y="2727321"/>
            <a:ext cx="5400000" cy="3552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FDC44773-9566-133D-C54F-DE817ADA78C9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5266" y="2737152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58BCE82-7643-6D49-671F-E8F6F4BF35C2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205266" y="3701124"/>
            <a:ext cx="5395759" cy="2581200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96C92098-F7B2-B8BA-F3DD-11BC29FBC55B}"/>
              </a:ext>
            </a:extLst>
          </p:cNvPr>
          <p:cNvCxnSpPr>
            <a:cxnSpLocks/>
          </p:cNvCxnSpPr>
          <p:nvPr userDrawn="1"/>
        </p:nvCxnSpPr>
        <p:spPr>
          <a:xfrm>
            <a:off x="6420625" y="3670544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470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1304925"/>
            <a:ext cx="5988050" cy="34713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1304925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5022310"/>
            <a:ext cx="7268062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2291" y="2232142"/>
            <a:ext cx="5395759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8866" y="1304925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6208866" y="2232142"/>
            <a:ext cx="5395759" cy="2545200"/>
          </a:xfrm>
        </p:spPr>
        <p:txBody>
          <a:bodyPr lIns="216000" tIns="108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C6DEEA-2581-F272-852C-04C1FF646F9C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638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A12C68-EE2C-5DA9-5627-4F1AD2DEFF53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20507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103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3123CC8-CEE8-6788-2928-2D633678456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19851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973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1313457"/>
            <a:ext cx="3524096" cy="688256"/>
          </a:xfrm>
        </p:spPr>
        <p:txBody>
          <a:bodyPr wrap="square" lIns="0" tIns="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5029944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2011645"/>
            <a:ext cx="3524096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4371594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8116033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312226"/>
            <a:ext cx="0" cy="3243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313457"/>
            <a:ext cx="0" cy="32423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722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C2E0A61-0234-702E-067F-C82A0A33075E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9"/>
            </p:custDataLst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10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158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7629C5-7E8A-94CF-735B-521E7711D3CF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2D126-165F-307A-B2CB-0EB7A59BC512}"/>
              </a:ext>
            </a:extLst>
          </p:cNvPr>
          <p:cNvSpPr/>
          <p:nvPr userDrawn="1"/>
        </p:nvSpPr>
        <p:spPr>
          <a:xfrm>
            <a:off x="1" y="4242624"/>
            <a:ext cx="5983776" cy="26153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50" y="2225296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50" y="2924453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6208225" y="222018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6208225" y="291837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6208225" y="4269092"/>
            <a:ext cx="5396400" cy="906366"/>
          </a:xfrm>
        </p:spPr>
        <p:txBody>
          <a:bodyPr wrap="square" lIns="108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ubtitle Placeholder 3">
            <a:extLst>
              <a:ext uri="{FF2B5EF4-FFF2-40B4-BE49-F238E27FC236}">
                <a16:creationId xmlns:a16="http://schemas.microsoft.com/office/drawing/2014/main" id="{FCCEE109-5079-2C83-359F-17F9EA63E1A0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591650" y="4269092"/>
            <a:ext cx="5396400" cy="906366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760D815-A1E8-136C-C020-88D9721F7C28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2251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2787FBB-B349-D934-0382-A63F3684880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9"/>
            </p:custDataLst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10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241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AAF0927-60AA-2E70-21DA-B169FE622C1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  <p:custDataLst>
              <p:tags r:id="rId3"/>
            </p:custDataLst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129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A42FC63-E3E9-ADF6-12D4-A938DE8BB3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  <p:custDataLst>
              <p:tags r:id="rId3"/>
            </p:custDataLst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127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0980010-D5E4-128C-6EB9-4E785B7459E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19">
            <a:extLst>
              <a:ext uri="{FF2B5EF4-FFF2-40B4-BE49-F238E27FC236}">
                <a16:creationId xmlns:a16="http://schemas.microsoft.com/office/drawing/2014/main" id="{634CB3D6-AF8B-D045-366E-D77BCC389C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96095" y="2164074"/>
            <a:ext cx="3504256" cy="4693925"/>
          </a:xfrm>
          <a:prstGeom prst="round2SameRect">
            <a:avLst>
              <a:gd name="adj1" fmla="val 14058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F1B372DA-9935-3A17-75AC-847C7FD2E3D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7337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B58DB9E0-A111-D80B-F056-E870998443A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adial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8337400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37400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  <p:custDataLst>
              <p:tags r:id="rId9"/>
            </p:custDataLst>
          </p:nvPr>
        </p:nvSpPr>
        <p:spPr>
          <a:xfrm>
            <a:off x="8552429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8097681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  <p:custDataLst>
              <p:tags r:id="rId11"/>
            </p:custDataLst>
          </p:nvPr>
        </p:nvSpPr>
        <p:spPr>
          <a:xfrm>
            <a:off x="8097681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217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A53BED7D-9B4C-F0B0-35EC-131C9D48E12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6346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346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974638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3630675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630675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3778967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190148"/>
            <a:ext cx="2588113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692614"/>
            <a:ext cx="2588113" cy="1576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3395979" y="4190148"/>
            <a:ext cx="2592387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3395979" y="4691239"/>
            <a:ext cx="2592387" cy="1578175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adial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6439278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9278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  <p:custDataLst>
              <p:tags r:id="rId9"/>
            </p:custDataLst>
          </p:nvPr>
        </p:nvSpPr>
        <p:spPr>
          <a:xfrm>
            <a:off x="6587570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6204582" y="4190148"/>
            <a:ext cx="2591913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  <p:custDataLst>
              <p:tags r:id="rId11"/>
            </p:custDataLst>
          </p:nvPr>
        </p:nvSpPr>
        <p:spPr>
          <a:xfrm>
            <a:off x="6204582" y="4692614"/>
            <a:ext cx="2591913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4187170"/>
            <a:ext cx="0" cy="2088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A09F6F27-9F30-799E-367C-16817FD937C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2"/>
            </p:custDataLst>
          </p:nvPr>
        </p:nvSpPr>
        <p:spPr>
          <a:xfrm>
            <a:off x="9012712" y="4190148"/>
            <a:ext cx="2591913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FADA109-6263-C03F-1866-3F1F760BF347}"/>
              </a:ext>
            </a:extLst>
          </p:cNvPr>
          <p:cNvSpPr>
            <a:spLocks noGrp="1"/>
          </p:cNvSpPr>
          <p:nvPr>
            <p:ph type="body" idx="43"/>
            <p:custDataLst>
              <p:tags r:id="rId13"/>
            </p:custDataLst>
          </p:nvPr>
        </p:nvSpPr>
        <p:spPr>
          <a:xfrm>
            <a:off x="9012712" y="4692614"/>
            <a:ext cx="25919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375800F5-BEE8-1439-6390-996DAF17C8B6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adial">
            <a:extLst>
              <a:ext uri="{FF2B5EF4-FFF2-40B4-BE49-F238E27FC236}">
                <a16:creationId xmlns:a16="http://schemas.microsoft.com/office/drawing/2014/main" id="{11F02CDE-C4FA-0860-88A2-D501429A83D6}"/>
              </a:ext>
            </a:extLst>
          </p:cNvPr>
          <p:cNvSpPr/>
          <p:nvPr userDrawn="1"/>
        </p:nvSpPr>
        <p:spPr>
          <a:xfrm>
            <a:off x="9247408" y="2375802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10C33DB2-873C-8451-424A-4F8DE02D9A8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247408" y="2375802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32" name="Percent Placeholder">
            <a:extLst>
              <a:ext uri="{FF2B5EF4-FFF2-40B4-BE49-F238E27FC236}">
                <a16:creationId xmlns:a16="http://schemas.microsoft.com/office/drawing/2014/main" id="{F2660B19-E5CF-03D7-C3FC-F91885EF0782}"/>
              </a:ext>
            </a:extLst>
          </p:cNvPr>
          <p:cNvSpPr>
            <a:spLocks noGrp="1"/>
          </p:cNvSpPr>
          <p:nvPr>
            <p:ph type="body" sz="quarter" idx="45" hasCustomPrompt="1"/>
            <p:custDataLst>
              <p:tags r:id="rId14"/>
            </p:custDataLst>
          </p:nvPr>
        </p:nvSpPr>
        <p:spPr>
          <a:xfrm>
            <a:off x="9395700" y="2753794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72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2DD536-A2A5-57D4-7C13-0C85489060E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-642" y="2236169"/>
            <a:ext cx="4116388" cy="462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28013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329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3DCAE93-984F-6BAF-7659-0C1DB74808E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57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BC909B0-AB3A-A385-E788-BE45F878518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2236169"/>
            <a:ext cx="4116388" cy="4621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32288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73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C8BD1B8-800F-2024-8154-C9971B993F6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087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B3D486-5A7A-B6E6-4CB8-E79CAD13705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6D0B66B6-05C1-C118-A185-F71B19D9D728}"/>
              </a:ext>
            </a:extLst>
          </p:cNvPr>
          <p:cNvSpPr/>
          <p:nvPr userDrawn="1"/>
        </p:nvSpPr>
        <p:spPr>
          <a:xfrm>
            <a:off x="8097681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51A8FEF-D06C-0A75-D126-5710089E484C}"/>
              </a:ext>
            </a:extLst>
          </p:cNvPr>
          <p:cNvSpPr/>
          <p:nvPr userDrawn="1"/>
        </p:nvSpPr>
        <p:spPr>
          <a:xfrm>
            <a:off x="4352769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265"/>
            <a:ext cx="10896057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083ABD58-9311-5E0A-E133-45FB6D7FE59D}"/>
              </a:ext>
            </a:extLst>
          </p:cNvPr>
          <p:cNvSpPr/>
          <p:nvPr userDrawn="1"/>
        </p:nvSpPr>
        <p:spPr>
          <a:xfrm>
            <a:off x="591649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91649" y="2805471"/>
            <a:ext cx="28044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4352769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8097681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361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1882EC-4C61-D53A-2DF1-C2C530AC6C1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659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  <p:custDataLst>
              <p:tags r:id="rId10"/>
            </p:custDataLst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E4E8829-0031-5716-BC81-D3952FE30DB4}"/>
              </a:ext>
            </a:extLst>
          </p:cNvPr>
          <p:cNvSpPr/>
          <p:nvPr userDrawn="1"/>
        </p:nvSpPr>
        <p:spPr>
          <a:xfrm>
            <a:off x="591649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Milestone Placeholder 1">
            <a:extLst>
              <a:ext uri="{FF2B5EF4-FFF2-40B4-BE49-F238E27FC236}">
                <a16:creationId xmlns:a16="http://schemas.microsoft.com/office/drawing/2014/main" id="{08B428FB-6482-9C5A-35C7-01BD09EB6F49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1"/>
            </p:custDataLst>
          </p:nvPr>
        </p:nvSpPr>
        <p:spPr>
          <a:xfrm>
            <a:off x="591649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F88D9286-05CE-FD15-5C51-08AF5AB76E54}"/>
              </a:ext>
            </a:extLst>
          </p:cNvPr>
          <p:cNvSpPr/>
          <p:nvPr userDrawn="1"/>
        </p:nvSpPr>
        <p:spPr>
          <a:xfrm>
            <a:off x="3395663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Milestone Placeholder 2">
            <a:extLst>
              <a:ext uri="{FF2B5EF4-FFF2-40B4-BE49-F238E27FC236}">
                <a16:creationId xmlns:a16="http://schemas.microsoft.com/office/drawing/2014/main" id="{8E6D622D-C0BB-A2E5-3D5D-5C16D78C05D2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2"/>
            </p:custDataLst>
          </p:nvPr>
        </p:nvSpPr>
        <p:spPr>
          <a:xfrm>
            <a:off x="3395663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9C54EA3-73B0-F1F9-EE54-4A4A6C12D778}"/>
              </a:ext>
            </a:extLst>
          </p:cNvPr>
          <p:cNvSpPr/>
          <p:nvPr userDrawn="1"/>
        </p:nvSpPr>
        <p:spPr>
          <a:xfrm>
            <a:off x="6208225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 3">
            <a:extLst>
              <a:ext uri="{FF2B5EF4-FFF2-40B4-BE49-F238E27FC236}">
                <a16:creationId xmlns:a16="http://schemas.microsoft.com/office/drawing/2014/main" id="{A6088B3A-B7C4-E400-13A1-30A990CA0320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3"/>
            </p:custDataLst>
          </p:nvPr>
        </p:nvSpPr>
        <p:spPr>
          <a:xfrm>
            <a:off x="6208225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D218F089-FAE1-871B-8094-397B6497E91D}"/>
              </a:ext>
            </a:extLst>
          </p:cNvPr>
          <p:cNvSpPr/>
          <p:nvPr userDrawn="1"/>
        </p:nvSpPr>
        <p:spPr>
          <a:xfrm>
            <a:off x="9012237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 4">
            <a:extLst>
              <a:ext uri="{FF2B5EF4-FFF2-40B4-BE49-F238E27FC236}">
                <a16:creationId xmlns:a16="http://schemas.microsoft.com/office/drawing/2014/main" id="{38BCB0D6-F854-4F6C-15ED-092810FEB250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4"/>
            </p:custDataLst>
          </p:nvPr>
        </p:nvSpPr>
        <p:spPr>
          <a:xfrm>
            <a:off x="9012237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790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48CA2F4-DDDA-B0A1-31F2-47C4968E0547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2840078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5106123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672625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7335924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  <p:custDataLst>
              <p:tags r:id="rId10"/>
            </p:custDataLst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Subtitle Placeholder 5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1"/>
            </p:custDataLst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>
            <p:ph type="body" idx="49"/>
            <p:custDataLst>
              <p:tags r:id="rId12"/>
            </p:custDataLst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7B60F9F9-E27B-3EA1-23AC-A5C0F17EEAA8}"/>
              </a:ext>
            </a:extLst>
          </p:cNvPr>
          <p:cNvSpPr/>
          <p:nvPr userDrawn="1"/>
        </p:nvSpPr>
        <p:spPr>
          <a:xfrm>
            <a:off x="591649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051014AC-7F22-7641-1883-0D82EE224F63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13"/>
            </p:custDataLst>
          </p:nvPr>
        </p:nvSpPr>
        <p:spPr>
          <a:xfrm>
            <a:off x="591650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0976540-AE30-88FC-8414-CA50A550F0B5}"/>
              </a:ext>
            </a:extLst>
          </p:cNvPr>
          <p:cNvSpPr/>
          <p:nvPr userDrawn="1"/>
        </p:nvSpPr>
        <p:spPr>
          <a:xfrm>
            <a:off x="2840078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 2">
            <a:extLst>
              <a:ext uri="{FF2B5EF4-FFF2-40B4-BE49-F238E27FC236}">
                <a16:creationId xmlns:a16="http://schemas.microsoft.com/office/drawing/2014/main" id="{D12F69EA-6B22-526D-6903-7519716EED45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14"/>
            </p:custDataLst>
          </p:nvPr>
        </p:nvSpPr>
        <p:spPr>
          <a:xfrm>
            <a:off x="2840078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C40EED84-8D5B-0E76-35BA-E655C130DC93}"/>
              </a:ext>
            </a:extLst>
          </p:cNvPr>
          <p:cNvSpPr/>
          <p:nvPr userDrawn="1"/>
        </p:nvSpPr>
        <p:spPr>
          <a:xfrm>
            <a:off x="5106123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 3">
            <a:extLst>
              <a:ext uri="{FF2B5EF4-FFF2-40B4-BE49-F238E27FC236}">
                <a16:creationId xmlns:a16="http://schemas.microsoft.com/office/drawing/2014/main" id="{AC363315-4735-25D0-B483-7E4E8820CCA6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15"/>
            </p:custDataLst>
          </p:nvPr>
        </p:nvSpPr>
        <p:spPr>
          <a:xfrm>
            <a:off x="5106123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B3AD1FA5-85F1-7CB4-66A2-94AF7F3A0412}"/>
              </a:ext>
            </a:extLst>
          </p:cNvPr>
          <p:cNvSpPr/>
          <p:nvPr userDrawn="1"/>
        </p:nvSpPr>
        <p:spPr>
          <a:xfrm>
            <a:off x="7335924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Milestone Placeholder 4">
            <a:extLst>
              <a:ext uri="{FF2B5EF4-FFF2-40B4-BE49-F238E27FC236}">
                <a16:creationId xmlns:a16="http://schemas.microsoft.com/office/drawing/2014/main" id="{E7D75203-5C9F-C24D-F3D6-599AB108A86A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6"/>
            </p:custDataLst>
          </p:nvPr>
        </p:nvSpPr>
        <p:spPr>
          <a:xfrm>
            <a:off x="7335924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8FE1E665-37B3-56D4-E2D8-AEB6C3790D5D}"/>
              </a:ext>
            </a:extLst>
          </p:cNvPr>
          <p:cNvSpPr/>
          <p:nvPr userDrawn="1"/>
        </p:nvSpPr>
        <p:spPr>
          <a:xfrm>
            <a:off x="9588625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Milestone Placeholder 5">
            <a:extLst>
              <a:ext uri="{FF2B5EF4-FFF2-40B4-BE49-F238E27FC236}">
                <a16:creationId xmlns:a16="http://schemas.microsoft.com/office/drawing/2014/main" id="{395DA238-AC4E-8BD1-F718-EF32E5336A14}"/>
              </a:ext>
            </a:extLst>
          </p:cNvPr>
          <p:cNvSpPr>
            <a:spLocks noGrp="1"/>
          </p:cNvSpPr>
          <p:nvPr>
            <p:ph type="body" idx="55" hasCustomPrompt="1"/>
            <p:custDataLst>
              <p:tags r:id="rId17"/>
            </p:custDataLst>
          </p:nvPr>
        </p:nvSpPr>
        <p:spPr>
          <a:xfrm>
            <a:off x="9588625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1185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D74310-20BA-EC1E-5B61-14E9FFB3FB15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809632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row: Pentagon 53">
            <a:extLst>
              <a:ext uri="{FF2B5EF4-FFF2-40B4-BE49-F238E27FC236}">
                <a16:creationId xmlns:a16="http://schemas.microsoft.com/office/drawing/2014/main" id="{8C291B19-9C59-7A5E-6181-3B531E0F57C3}"/>
              </a:ext>
            </a:extLst>
          </p:cNvPr>
          <p:cNvSpPr/>
          <p:nvPr userDrawn="1"/>
        </p:nvSpPr>
        <p:spPr>
          <a:xfrm>
            <a:off x="58737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92B260A-E024-5FCF-2E6A-F3FF10A19CD1}"/>
              </a:ext>
            </a:extLst>
          </p:cNvPr>
          <p:cNvSpPr/>
          <p:nvPr userDrawn="1"/>
        </p:nvSpPr>
        <p:spPr>
          <a:xfrm>
            <a:off x="245890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D21F401-CD7E-C03D-5A75-DF617757E7B8}"/>
              </a:ext>
            </a:extLst>
          </p:cNvPr>
          <p:cNvSpPr/>
          <p:nvPr userDrawn="1"/>
        </p:nvSpPr>
        <p:spPr>
          <a:xfrm>
            <a:off x="433043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58EF337-E698-C1FA-B8B5-5F71005D3F26}"/>
              </a:ext>
            </a:extLst>
          </p:cNvPr>
          <p:cNvSpPr/>
          <p:nvPr userDrawn="1"/>
        </p:nvSpPr>
        <p:spPr>
          <a:xfrm>
            <a:off x="620196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D1A30095-CCC5-3BB3-BF43-263DE41025E0}"/>
              </a:ext>
            </a:extLst>
          </p:cNvPr>
          <p:cNvSpPr/>
          <p:nvPr userDrawn="1"/>
        </p:nvSpPr>
        <p:spPr>
          <a:xfrm>
            <a:off x="807349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2491B3F1-9639-DDDF-3D2F-04BBCA705939}"/>
              </a:ext>
            </a:extLst>
          </p:cNvPr>
          <p:cNvSpPr/>
          <p:nvPr userDrawn="1"/>
        </p:nvSpPr>
        <p:spPr>
          <a:xfrm>
            <a:off x="994502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58737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Milestone Placeholder 2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4"/>
            </p:custDataLst>
          </p:nvPr>
        </p:nvSpPr>
        <p:spPr>
          <a:xfrm>
            <a:off x="245890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 3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5"/>
            </p:custDataLst>
          </p:nvPr>
        </p:nvSpPr>
        <p:spPr>
          <a:xfrm>
            <a:off x="433043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 4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6"/>
            </p:custDataLst>
          </p:nvPr>
        </p:nvSpPr>
        <p:spPr>
          <a:xfrm>
            <a:off x="620196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 5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7"/>
            </p:custDataLst>
          </p:nvPr>
        </p:nvSpPr>
        <p:spPr>
          <a:xfrm>
            <a:off x="807349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 6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8"/>
            </p:custDataLst>
          </p:nvPr>
        </p:nvSpPr>
        <p:spPr>
          <a:xfrm>
            <a:off x="994502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  <p:custDataLst>
              <p:tags r:id="rId9"/>
            </p:custDataLst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 1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  <p:custDataLst>
              <p:tags r:id="rId11"/>
            </p:custDataLst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 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2"/>
            </p:custDataLst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  <p:custDataLst>
              <p:tags r:id="rId13"/>
            </p:custDataLst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 3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4"/>
            </p:custDataLst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  <p:custDataLst>
              <p:tags r:id="rId15"/>
            </p:custDataLst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 4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6"/>
            </p:custDataLst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  <p:custDataLst>
              <p:tags r:id="rId17"/>
            </p:custDataLst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 5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8"/>
            </p:custDataLst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  <p:custDataLst>
              <p:tags r:id="rId19"/>
            </p:custDataLst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 6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20"/>
            </p:custDataLst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pic>
        <p:nvPicPr>
          <p:cNvPr id="11" name="Free Badge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037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407EAB9-C914-C8E0-07DE-CC586ED168E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39E0A6E2-94E4-5023-9DAB-83851A28247B}"/>
              </a:ext>
            </a:extLst>
          </p:cNvPr>
          <p:cNvSpPr/>
          <p:nvPr userDrawn="1"/>
        </p:nvSpPr>
        <p:spPr>
          <a:xfrm>
            <a:off x="4352769" y="2804621"/>
            <a:ext cx="3506944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83832DE-E5C6-1A79-82D7-083CECBFF5F0}"/>
              </a:ext>
            </a:extLst>
          </p:cNvPr>
          <p:cNvSpPr/>
          <p:nvPr userDrawn="1"/>
        </p:nvSpPr>
        <p:spPr>
          <a:xfrm rot="5400000">
            <a:off x="7519018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Ellipse">
            <a:extLst>
              <a:ext uri="{FF2B5EF4-FFF2-40B4-BE49-F238E27FC236}">
                <a16:creationId xmlns:a16="http://schemas.microsoft.com/office/drawing/2014/main" id="{F9B559FE-F868-5779-6C3E-033E43A07A3A}"/>
              </a:ext>
            </a:extLst>
          </p:cNvPr>
          <p:cNvSpPr/>
          <p:nvPr userDrawn="1"/>
        </p:nvSpPr>
        <p:spPr>
          <a:xfrm>
            <a:off x="8075614" y="2804621"/>
            <a:ext cx="3529012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6967777-B2F3-2EB3-094A-1A78B0997D51}"/>
              </a:ext>
            </a:extLst>
          </p:cNvPr>
          <p:cNvSpPr/>
          <p:nvPr userDrawn="1"/>
        </p:nvSpPr>
        <p:spPr>
          <a:xfrm rot="5400000">
            <a:off x="11263930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2BC3F7B2-19DC-8724-9EE6-90D903BFCE11}"/>
              </a:ext>
            </a:extLst>
          </p:cNvPr>
          <p:cNvSpPr/>
          <p:nvPr userDrawn="1"/>
        </p:nvSpPr>
        <p:spPr>
          <a:xfrm>
            <a:off x="591649" y="2804621"/>
            <a:ext cx="3524739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9C5167E-4384-6A94-852F-2CDB4F018DB2}"/>
              </a:ext>
            </a:extLst>
          </p:cNvPr>
          <p:cNvSpPr/>
          <p:nvPr userDrawn="1"/>
        </p:nvSpPr>
        <p:spPr>
          <a:xfrm rot="5400000">
            <a:off x="3775693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804621"/>
            <a:ext cx="3219734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4352768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8097680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1" name="Straight Connector">
            <a:extLst>
              <a:ext uri="{FF2B5EF4-FFF2-40B4-BE49-F238E27FC236}">
                <a16:creationId xmlns:a16="http://schemas.microsoft.com/office/drawing/2014/main" id="{81418EF6-4E15-FCF0-D169-B347892E552B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7C887D68-6F40-78A4-FD3B-096FED1A54B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362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C3A608C-E42F-DB8F-AEBB-C0026E06E2C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26661785-C7F6-A804-FCB7-6D3C45B80C54}"/>
              </a:ext>
            </a:extLst>
          </p:cNvPr>
          <p:cNvSpPr/>
          <p:nvPr userDrawn="1"/>
        </p:nvSpPr>
        <p:spPr>
          <a:xfrm>
            <a:off x="587375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6AF7F01-1313-A1CC-5A13-6B2B5531CD6F}"/>
              </a:ext>
            </a:extLst>
          </p:cNvPr>
          <p:cNvSpPr/>
          <p:nvPr userDrawn="1"/>
        </p:nvSpPr>
        <p:spPr>
          <a:xfrm rot="5400000">
            <a:off x="2839068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Ellipse">
            <a:extLst>
              <a:ext uri="{FF2B5EF4-FFF2-40B4-BE49-F238E27FC236}">
                <a16:creationId xmlns:a16="http://schemas.microsoft.com/office/drawing/2014/main" id="{89A333F5-5377-ADF5-0D76-6555CEA802A7}"/>
              </a:ext>
            </a:extLst>
          </p:cNvPr>
          <p:cNvSpPr/>
          <p:nvPr userDrawn="1"/>
        </p:nvSpPr>
        <p:spPr>
          <a:xfrm>
            <a:off x="3391389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314BF19-7EFE-2A99-A1D2-E22605DBCA55}"/>
              </a:ext>
            </a:extLst>
          </p:cNvPr>
          <p:cNvSpPr/>
          <p:nvPr userDrawn="1"/>
        </p:nvSpPr>
        <p:spPr>
          <a:xfrm rot="5400000">
            <a:off x="5643082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Ellipse">
            <a:extLst>
              <a:ext uri="{FF2B5EF4-FFF2-40B4-BE49-F238E27FC236}">
                <a16:creationId xmlns:a16="http://schemas.microsoft.com/office/drawing/2014/main" id="{3E87863C-9E47-F875-ED22-2AEB67B304E2}"/>
              </a:ext>
            </a:extLst>
          </p:cNvPr>
          <p:cNvSpPr/>
          <p:nvPr userDrawn="1"/>
        </p:nvSpPr>
        <p:spPr>
          <a:xfrm>
            <a:off x="6203950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04420FD-83B4-CE8E-19B9-F7C6C38DDD3F}"/>
              </a:ext>
            </a:extLst>
          </p:cNvPr>
          <p:cNvSpPr/>
          <p:nvPr userDrawn="1"/>
        </p:nvSpPr>
        <p:spPr>
          <a:xfrm rot="5400000">
            <a:off x="8455643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B987DC4D-C07C-9B1C-CB0C-6F54AC19F575}"/>
              </a:ext>
            </a:extLst>
          </p:cNvPr>
          <p:cNvSpPr/>
          <p:nvPr userDrawn="1"/>
        </p:nvSpPr>
        <p:spPr>
          <a:xfrm>
            <a:off x="9007962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59E5FB1-4CE6-A88D-3296-FBFEA5823B62}"/>
              </a:ext>
            </a:extLst>
          </p:cNvPr>
          <p:cNvSpPr/>
          <p:nvPr userDrawn="1"/>
        </p:nvSpPr>
        <p:spPr>
          <a:xfrm rot="5400000">
            <a:off x="11259655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801031"/>
            <a:ext cx="2279345" cy="875588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3395663" y="2801425"/>
            <a:ext cx="2279345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6208226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  <p:custDataLst>
              <p:tags r:id="rId12"/>
            </p:custDataLst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  <p:custDataLst>
              <p:tags r:id="rId13"/>
            </p:custDataLst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 4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  <p:custDataLst>
              <p:tags r:id="rId14"/>
            </p:custDataLst>
          </p:nvPr>
        </p:nvSpPr>
        <p:spPr>
          <a:xfrm>
            <a:off x="9012238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5" name="Straight Connector">
            <a:extLst>
              <a:ext uri="{FF2B5EF4-FFF2-40B4-BE49-F238E27FC236}">
                <a16:creationId xmlns:a16="http://schemas.microsoft.com/office/drawing/2014/main" id="{792B7E05-EECF-F6C3-624B-7DDB8A0E824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3901893"/>
            <a:ext cx="0" cy="2374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">
            <a:extLst>
              <a:ext uri="{FF2B5EF4-FFF2-40B4-BE49-F238E27FC236}">
                <a16:creationId xmlns:a16="http://schemas.microsoft.com/office/drawing/2014/main" id="{04FB9B1B-5ADB-09E6-481D-34BAB46B84DC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0CA14D6E-139D-A3AE-BA6E-34613C2FD1AF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8456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4584C3C-4256-7CE0-100E-B1FF8A92D63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323AE6BB-A198-008A-0898-475ED5885CD6}"/>
              </a:ext>
            </a:extLst>
          </p:cNvPr>
          <p:cNvSpPr/>
          <p:nvPr userDrawn="1"/>
        </p:nvSpPr>
        <p:spPr>
          <a:xfrm>
            <a:off x="587375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5DF0834-0A95-40C0-F058-63DC0FB088C3}"/>
              </a:ext>
            </a:extLst>
          </p:cNvPr>
          <p:cNvSpPr/>
          <p:nvPr userDrawn="1"/>
        </p:nvSpPr>
        <p:spPr>
          <a:xfrm rot="5400000">
            <a:off x="226695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Ellipse">
            <a:extLst>
              <a:ext uri="{FF2B5EF4-FFF2-40B4-BE49-F238E27FC236}">
                <a16:creationId xmlns:a16="http://schemas.microsoft.com/office/drawing/2014/main" id="{F45044DB-BE3F-3142-D551-D0485FE09AF7}"/>
              </a:ext>
            </a:extLst>
          </p:cNvPr>
          <p:cNvSpPr/>
          <p:nvPr userDrawn="1"/>
        </p:nvSpPr>
        <p:spPr>
          <a:xfrm>
            <a:off x="2840078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E5E8C068-73D2-F1F1-02A8-3EBACB5622C9}"/>
              </a:ext>
            </a:extLst>
          </p:cNvPr>
          <p:cNvSpPr/>
          <p:nvPr userDrawn="1"/>
        </p:nvSpPr>
        <p:spPr>
          <a:xfrm rot="5400000">
            <a:off x="4519657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Ellipse">
            <a:extLst>
              <a:ext uri="{FF2B5EF4-FFF2-40B4-BE49-F238E27FC236}">
                <a16:creationId xmlns:a16="http://schemas.microsoft.com/office/drawing/2014/main" id="{19A7CBF7-6CB3-8752-663A-3CB44577A079}"/>
              </a:ext>
            </a:extLst>
          </p:cNvPr>
          <p:cNvSpPr/>
          <p:nvPr userDrawn="1"/>
        </p:nvSpPr>
        <p:spPr>
          <a:xfrm>
            <a:off x="5106123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4055EDA-6ADB-67F5-4FD6-AFA2A1FD7F09}"/>
              </a:ext>
            </a:extLst>
          </p:cNvPr>
          <p:cNvSpPr/>
          <p:nvPr userDrawn="1"/>
        </p:nvSpPr>
        <p:spPr>
          <a:xfrm rot="5400000">
            <a:off x="6785702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Ellipse">
            <a:extLst>
              <a:ext uri="{FF2B5EF4-FFF2-40B4-BE49-F238E27FC236}">
                <a16:creationId xmlns:a16="http://schemas.microsoft.com/office/drawing/2014/main" id="{A662155E-F7B1-4BA5-30A6-D024F0E37F42}"/>
              </a:ext>
            </a:extLst>
          </p:cNvPr>
          <p:cNvSpPr/>
          <p:nvPr userDrawn="1"/>
        </p:nvSpPr>
        <p:spPr>
          <a:xfrm>
            <a:off x="7335924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9F52DD8F-F8AA-E539-EFAC-F39791BA41BF}"/>
              </a:ext>
            </a:extLst>
          </p:cNvPr>
          <p:cNvSpPr/>
          <p:nvPr userDrawn="1"/>
        </p:nvSpPr>
        <p:spPr>
          <a:xfrm rot="5400000">
            <a:off x="9015503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Ellipse">
            <a:extLst>
              <a:ext uri="{FF2B5EF4-FFF2-40B4-BE49-F238E27FC236}">
                <a16:creationId xmlns:a16="http://schemas.microsoft.com/office/drawing/2014/main" id="{F437F1FF-2C17-EAC0-A07E-BA3E00A11C7D}"/>
              </a:ext>
            </a:extLst>
          </p:cNvPr>
          <p:cNvSpPr/>
          <p:nvPr userDrawn="1"/>
        </p:nvSpPr>
        <p:spPr>
          <a:xfrm>
            <a:off x="9588625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EF58DD2B-C27D-2FF9-5EDE-1678E2B63CB8}"/>
              </a:ext>
            </a:extLst>
          </p:cNvPr>
          <p:cNvSpPr/>
          <p:nvPr userDrawn="1"/>
        </p:nvSpPr>
        <p:spPr>
          <a:xfrm rot="5400000">
            <a:off x="1126820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2840893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5090137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2840078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5106123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  <p:custDataLst>
              <p:tags r:id="rId12"/>
            </p:custDataLst>
          </p:nvPr>
        </p:nvSpPr>
        <p:spPr>
          <a:xfrm>
            <a:off x="7339381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  <p:custDataLst>
              <p:tags r:id="rId13"/>
            </p:custDataLst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 4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  <p:custDataLst>
              <p:tags r:id="rId14"/>
            </p:custDataLst>
          </p:nvPr>
        </p:nvSpPr>
        <p:spPr>
          <a:xfrm>
            <a:off x="7335924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6" name="Subtitle Placeholder 5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 userDrawn="1">
            <p:ph type="body" idx="48" hasCustomPrompt="1"/>
            <p:custDataLst>
              <p:tags r:id="rId15"/>
            </p:custDataLst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 userDrawn="1">
            <p:ph type="body" idx="49"/>
            <p:custDataLst>
              <p:tags r:id="rId16"/>
            </p:custDataLst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Milestone Placeholder 5">
            <a:extLst>
              <a:ext uri="{FF2B5EF4-FFF2-40B4-BE49-F238E27FC236}">
                <a16:creationId xmlns:a16="http://schemas.microsoft.com/office/drawing/2014/main" id="{274890B7-3C33-EDA7-2F0D-DC5C26D3F207}"/>
              </a:ext>
            </a:extLst>
          </p:cNvPr>
          <p:cNvSpPr>
            <a:spLocks noGrp="1"/>
          </p:cNvSpPr>
          <p:nvPr userDrawn="1">
            <p:ph type="body" idx="50" hasCustomPrompt="1"/>
            <p:custDataLst>
              <p:tags r:id="rId17"/>
            </p:custDataLst>
          </p:nvPr>
        </p:nvSpPr>
        <p:spPr>
          <a:xfrm>
            <a:off x="9588625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cxnSp>
        <p:nvCxnSpPr>
          <p:cNvPr id="43" name="Straight Connector">
            <a:extLst>
              <a:ext uri="{FF2B5EF4-FFF2-40B4-BE49-F238E27FC236}">
                <a16:creationId xmlns:a16="http://schemas.microsoft.com/office/drawing/2014/main" id="{2DB2948C-70FE-6D61-7E25-A6515892ABAB}"/>
              </a:ext>
            </a:extLst>
          </p:cNvPr>
          <p:cNvCxnSpPr>
            <a:cxnSpLocks/>
          </p:cNvCxnSpPr>
          <p:nvPr userDrawn="1"/>
        </p:nvCxnSpPr>
        <p:spPr>
          <a:xfrm flipV="1">
            <a:off x="2724271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">
            <a:extLst>
              <a:ext uri="{FF2B5EF4-FFF2-40B4-BE49-F238E27FC236}">
                <a16:creationId xmlns:a16="http://schemas.microsoft.com/office/drawing/2014/main" id="{BEE356B6-F428-CB0A-A4F8-1CCF3D7658AC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3515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FC476EF4-09A4-BCD8-A7BD-2AA780BEC4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2759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">
            <a:extLst>
              <a:ext uri="{FF2B5EF4-FFF2-40B4-BE49-F238E27FC236}">
                <a16:creationId xmlns:a16="http://schemas.microsoft.com/office/drawing/2014/main" id="{F96BABBF-3889-B9C8-5A54-DBAE7E9D1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9472003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474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CB4238-0496-7E74-878E-B795C7B5D876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3A094A-EEF7-607F-EF14-C55152301A6B}"/>
              </a:ext>
            </a:extLst>
          </p:cNvPr>
          <p:cNvGrpSpPr/>
          <p:nvPr userDrawn="1"/>
        </p:nvGrpSpPr>
        <p:grpSpPr>
          <a:xfrm>
            <a:off x="587374" y="2371838"/>
            <a:ext cx="1659599" cy="875588"/>
            <a:chOff x="948049" y="1831721"/>
            <a:chExt cx="1659599" cy="875588"/>
          </a:xfrm>
        </p:grpSpPr>
        <p:sp>
          <p:nvSpPr>
            <p:cNvPr id="12" name="Ellipse">
              <a:extLst>
                <a:ext uri="{FF2B5EF4-FFF2-40B4-BE49-F238E27FC236}">
                  <a16:creationId xmlns:a16="http://schemas.microsoft.com/office/drawing/2014/main" id="{13CDD169-48E3-2C99-4004-DD00FE98D825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763F9A6D-C2EA-9E16-6198-F5A5CDC3C7A1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B180DC-D00E-A276-746E-12B8D120746F}"/>
              </a:ext>
            </a:extLst>
          </p:cNvPr>
          <p:cNvGrpSpPr/>
          <p:nvPr userDrawn="1"/>
        </p:nvGrpSpPr>
        <p:grpSpPr>
          <a:xfrm>
            <a:off x="2458904" y="2371838"/>
            <a:ext cx="1659599" cy="875588"/>
            <a:chOff x="948049" y="1831721"/>
            <a:chExt cx="1659599" cy="875588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810DCBC1-A993-C4FC-42D0-8BCD8AFAC72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3747459-52F4-9053-244F-783D536C0D06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725A28-2D8A-9783-98FB-A56D97709619}"/>
              </a:ext>
            </a:extLst>
          </p:cNvPr>
          <p:cNvGrpSpPr/>
          <p:nvPr userDrawn="1"/>
        </p:nvGrpSpPr>
        <p:grpSpPr>
          <a:xfrm>
            <a:off x="4330434" y="2371838"/>
            <a:ext cx="1659599" cy="875588"/>
            <a:chOff x="948049" y="1831721"/>
            <a:chExt cx="1659599" cy="875588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4C978038-D33C-EB6B-968F-7964C78A70E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D685892-B84D-6A93-05F2-80F2A81B5039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55A871-E435-E5DE-E5FF-359C6DFA3B8B}"/>
              </a:ext>
            </a:extLst>
          </p:cNvPr>
          <p:cNvGrpSpPr/>
          <p:nvPr userDrawn="1"/>
        </p:nvGrpSpPr>
        <p:grpSpPr>
          <a:xfrm>
            <a:off x="6201964" y="2371838"/>
            <a:ext cx="1659599" cy="875588"/>
            <a:chOff x="948049" y="1831721"/>
            <a:chExt cx="1659599" cy="875588"/>
          </a:xfrm>
        </p:grpSpPr>
        <p:sp>
          <p:nvSpPr>
            <p:cNvPr id="22" name="Ellipse">
              <a:extLst>
                <a:ext uri="{FF2B5EF4-FFF2-40B4-BE49-F238E27FC236}">
                  <a16:creationId xmlns:a16="http://schemas.microsoft.com/office/drawing/2014/main" id="{C7F08527-4295-A875-0E61-B794A4B03D6C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57CD8EF-82F8-6455-8EFD-72E5BBD936F3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64AFF3-8E80-4766-C55F-E6633334E98A}"/>
              </a:ext>
            </a:extLst>
          </p:cNvPr>
          <p:cNvGrpSpPr/>
          <p:nvPr userDrawn="1"/>
        </p:nvGrpSpPr>
        <p:grpSpPr>
          <a:xfrm>
            <a:off x="8073494" y="2371838"/>
            <a:ext cx="1659599" cy="875588"/>
            <a:chOff x="948049" y="1831721"/>
            <a:chExt cx="1659599" cy="875588"/>
          </a:xfrm>
        </p:grpSpPr>
        <p:sp>
          <p:nvSpPr>
            <p:cNvPr id="26" name="Ellipse">
              <a:extLst>
                <a:ext uri="{FF2B5EF4-FFF2-40B4-BE49-F238E27FC236}">
                  <a16:creationId xmlns:a16="http://schemas.microsoft.com/office/drawing/2014/main" id="{ACB72E8C-9BF8-6AE4-5453-D405439C9BEE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62424A6-7F75-98D1-2210-8FAA7B5C474F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BFC4D06-01EA-43E2-C5C4-54AAF3266063}"/>
              </a:ext>
            </a:extLst>
          </p:cNvPr>
          <p:cNvGrpSpPr/>
          <p:nvPr userDrawn="1"/>
        </p:nvGrpSpPr>
        <p:grpSpPr>
          <a:xfrm>
            <a:off x="9945024" y="2371838"/>
            <a:ext cx="1659599" cy="875588"/>
            <a:chOff x="948049" y="1831721"/>
            <a:chExt cx="1659599" cy="875588"/>
          </a:xfrm>
        </p:grpSpPr>
        <p:sp>
          <p:nvSpPr>
            <p:cNvPr id="29" name="Ellipse">
              <a:extLst>
                <a:ext uri="{FF2B5EF4-FFF2-40B4-BE49-F238E27FC236}">
                  <a16:creationId xmlns:a16="http://schemas.microsoft.com/office/drawing/2014/main" id="{8FC0BC21-5124-F59C-A6ED-FABA12E8A32D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ED29AA8C-ACBB-E552-4D2D-66E658F24390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58737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Milestone Placeholder 2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4"/>
            </p:custDataLst>
          </p:nvPr>
        </p:nvSpPr>
        <p:spPr>
          <a:xfrm>
            <a:off x="245890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 3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5"/>
            </p:custDataLst>
          </p:nvPr>
        </p:nvSpPr>
        <p:spPr>
          <a:xfrm>
            <a:off x="433043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 4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6"/>
            </p:custDataLst>
          </p:nvPr>
        </p:nvSpPr>
        <p:spPr>
          <a:xfrm>
            <a:off x="620196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 5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7"/>
            </p:custDataLst>
          </p:nvPr>
        </p:nvSpPr>
        <p:spPr>
          <a:xfrm>
            <a:off x="807349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 6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8"/>
            </p:custDataLst>
          </p:nvPr>
        </p:nvSpPr>
        <p:spPr>
          <a:xfrm>
            <a:off x="994502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  <p:custDataLst>
              <p:tags r:id="rId9"/>
            </p:custDataLst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 1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  <p:custDataLst>
              <p:tags r:id="rId11"/>
            </p:custDataLst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 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2"/>
            </p:custDataLst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  <p:custDataLst>
              <p:tags r:id="rId13"/>
            </p:custDataLst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 3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4"/>
            </p:custDataLst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  <p:custDataLst>
              <p:tags r:id="rId15"/>
            </p:custDataLst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 4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6"/>
            </p:custDataLst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  <p:custDataLst>
              <p:tags r:id="rId17"/>
            </p:custDataLst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 5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8"/>
            </p:custDataLst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  <p:custDataLst>
              <p:tags r:id="rId19"/>
            </p:custDataLst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 6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20"/>
            </p:custDataLst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039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8AB8AAE-6784-58C1-38E7-5B751400C04E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3985BE-5375-7204-7A2F-D2708498B3A9}"/>
              </a:ext>
            </a:extLst>
          </p:cNvPr>
          <p:cNvGrpSpPr/>
          <p:nvPr userDrawn="1"/>
        </p:nvGrpSpPr>
        <p:grpSpPr>
          <a:xfrm>
            <a:off x="6203950" y="2109046"/>
            <a:ext cx="720000" cy="720000"/>
            <a:chOff x="1861702" y="3745269"/>
            <a:chExt cx="720000" cy="720000"/>
          </a:xfrm>
        </p:grpSpPr>
        <p:sp>
          <p:nvSpPr>
            <p:cNvPr id="41" name="Ellipse">
              <a:extLst>
                <a:ext uri="{FF2B5EF4-FFF2-40B4-BE49-F238E27FC236}">
                  <a16:creationId xmlns:a16="http://schemas.microsoft.com/office/drawing/2014/main" id="{3FAFA7A9-A5AB-C148-43BD-E12F27926A5F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80" descr="Земля контур">
              <a:extLst>
                <a:ext uri="{FF2B5EF4-FFF2-40B4-BE49-F238E27FC236}">
                  <a16:creationId xmlns:a16="http://schemas.microsoft.com/office/drawing/2014/main" id="{4680335C-A9E0-C0E5-CFD1-6C00EE4CB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8E73BD-F253-87DE-44B1-75926B0C6016}"/>
              </a:ext>
            </a:extLst>
          </p:cNvPr>
          <p:cNvGrpSpPr/>
          <p:nvPr userDrawn="1"/>
        </p:nvGrpSpPr>
        <p:grpSpPr>
          <a:xfrm>
            <a:off x="6203950" y="3249795"/>
            <a:ext cx="720000" cy="720000"/>
            <a:chOff x="2221702" y="5269296"/>
            <a:chExt cx="720000" cy="720000"/>
          </a:xfrm>
        </p:grpSpPr>
        <p:sp>
          <p:nvSpPr>
            <p:cNvPr id="42" name="Ellipse">
              <a:extLst>
                <a:ext uri="{FF2B5EF4-FFF2-40B4-BE49-F238E27FC236}">
                  <a16:creationId xmlns:a16="http://schemas.microsoft.com/office/drawing/2014/main" id="{24A831FB-1254-D99C-EFA2-2E56E0452876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6" name="Рисунок 85" descr="Конверт контур">
              <a:extLst>
                <a:ext uri="{FF2B5EF4-FFF2-40B4-BE49-F238E27FC236}">
                  <a16:creationId xmlns:a16="http://schemas.microsoft.com/office/drawing/2014/main" id="{389CC9B3-5C3B-630F-3A8E-CDCC6C9B54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5F0818-341B-C221-B21F-C1CF5175E22A}"/>
              </a:ext>
            </a:extLst>
          </p:cNvPr>
          <p:cNvGrpSpPr/>
          <p:nvPr userDrawn="1"/>
        </p:nvGrpSpPr>
        <p:grpSpPr>
          <a:xfrm>
            <a:off x="6203950" y="4401798"/>
            <a:ext cx="720000" cy="720000"/>
            <a:chOff x="4706502" y="4102304"/>
            <a:chExt cx="720000" cy="720000"/>
          </a:xfrm>
        </p:grpSpPr>
        <p:sp>
          <p:nvSpPr>
            <p:cNvPr id="43" name="Ellipse">
              <a:extLst>
                <a:ext uri="{FF2B5EF4-FFF2-40B4-BE49-F238E27FC236}">
                  <a16:creationId xmlns:a16="http://schemas.microsoft.com/office/drawing/2014/main" id="{682FCB72-2F08-510B-AD40-DD409F159711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9F6376B7-24DB-19E4-0490-CDB692D6B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0E3A3E-9F10-0620-51BE-94FFEFFB6EAC}"/>
              </a:ext>
            </a:extLst>
          </p:cNvPr>
          <p:cNvGrpSpPr/>
          <p:nvPr userDrawn="1"/>
        </p:nvGrpSpPr>
        <p:grpSpPr>
          <a:xfrm>
            <a:off x="6203950" y="5553800"/>
            <a:ext cx="720000" cy="720000"/>
            <a:chOff x="5218982" y="5401760"/>
            <a:chExt cx="720000" cy="720000"/>
          </a:xfrm>
        </p:grpSpPr>
        <p:sp>
          <p:nvSpPr>
            <p:cNvPr id="44" name="Ellipse">
              <a:extLst>
                <a:ext uri="{FF2B5EF4-FFF2-40B4-BE49-F238E27FC236}">
                  <a16:creationId xmlns:a16="http://schemas.microsoft.com/office/drawing/2014/main" id="{08FCC31D-79B2-AA86-1630-040F8801C078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0" name="Рисунок 95" descr="Карта с кнопкой контур">
              <a:extLst>
                <a:ext uri="{FF2B5EF4-FFF2-40B4-BE49-F238E27FC236}">
                  <a16:creationId xmlns:a16="http://schemas.microsoft.com/office/drawing/2014/main" id="{847F80BA-5A0E-CDFE-BB11-AA4B8F5C4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49" name="Subtitle Placeholder">
            <a:extLst>
              <a:ext uri="{FF2B5EF4-FFF2-40B4-BE49-F238E27FC236}">
                <a16:creationId xmlns:a16="http://schemas.microsoft.com/office/drawing/2014/main" id="{82FA59B5-6C70-FA4E-5F9E-E1F0EDEEE6A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7139850" y="2149472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8F08DE6-A5BF-A357-F8BD-11166E606BC2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7139850" y="2482225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Subtitle Placeholder">
            <a:extLst>
              <a:ext uri="{FF2B5EF4-FFF2-40B4-BE49-F238E27FC236}">
                <a16:creationId xmlns:a16="http://schemas.microsoft.com/office/drawing/2014/main" id="{5E4FECC3-B1D9-3023-B6DE-2E127BB391EE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7139850" y="329056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5CE7952-06CB-23C6-14E8-F4F3AB0935E5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7139849" y="3623322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84A01255-A873-B5D8-1ADC-9BE96D9912F4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7139849" y="4443708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FCF65AD-3B0A-A48D-FAB8-CD725478058E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7139850" y="4776461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Subtitle Placeholder">
            <a:extLst>
              <a:ext uri="{FF2B5EF4-FFF2-40B4-BE49-F238E27FC236}">
                <a16:creationId xmlns:a16="http://schemas.microsoft.com/office/drawing/2014/main" id="{01A0AAF1-8BB2-0A33-BD71-7F0889116A37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7139850" y="5596287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6D01BBF-426C-5EAF-4E01-73EBD3B02255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7139849" y="5929040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136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3985BE-5375-7204-7A2F-D2708498B3A9}"/>
              </a:ext>
            </a:extLst>
          </p:cNvPr>
          <p:cNvGrpSpPr/>
          <p:nvPr userDrawn="1"/>
        </p:nvGrpSpPr>
        <p:grpSpPr>
          <a:xfrm>
            <a:off x="591341" y="3452125"/>
            <a:ext cx="720000" cy="720000"/>
            <a:chOff x="1861702" y="3745269"/>
            <a:chExt cx="720000" cy="720000"/>
          </a:xfrm>
        </p:grpSpPr>
        <p:sp>
          <p:nvSpPr>
            <p:cNvPr id="41" name="Ellipse">
              <a:extLst>
                <a:ext uri="{FF2B5EF4-FFF2-40B4-BE49-F238E27FC236}">
                  <a16:creationId xmlns:a16="http://schemas.microsoft.com/office/drawing/2014/main" id="{3FAFA7A9-A5AB-C148-43BD-E12F27926A5F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80" descr="Земля контур">
              <a:extLst>
                <a:ext uri="{FF2B5EF4-FFF2-40B4-BE49-F238E27FC236}">
                  <a16:creationId xmlns:a16="http://schemas.microsoft.com/office/drawing/2014/main" id="{4680335C-A9E0-C0E5-CFD1-6C00EE4CB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8E73BD-F253-87DE-44B1-75926B0C6016}"/>
              </a:ext>
            </a:extLst>
          </p:cNvPr>
          <p:cNvGrpSpPr/>
          <p:nvPr userDrawn="1"/>
        </p:nvGrpSpPr>
        <p:grpSpPr>
          <a:xfrm>
            <a:off x="591341" y="4592874"/>
            <a:ext cx="720000" cy="720000"/>
            <a:chOff x="2221702" y="5269296"/>
            <a:chExt cx="720000" cy="720000"/>
          </a:xfrm>
        </p:grpSpPr>
        <p:sp>
          <p:nvSpPr>
            <p:cNvPr id="42" name="Ellipse">
              <a:extLst>
                <a:ext uri="{FF2B5EF4-FFF2-40B4-BE49-F238E27FC236}">
                  <a16:creationId xmlns:a16="http://schemas.microsoft.com/office/drawing/2014/main" id="{24A831FB-1254-D99C-EFA2-2E56E0452876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36" name="Рисунок 85" descr="Конверт контур">
              <a:extLst>
                <a:ext uri="{FF2B5EF4-FFF2-40B4-BE49-F238E27FC236}">
                  <a16:creationId xmlns:a16="http://schemas.microsoft.com/office/drawing/2014/main" id="{389CC9B3-5C3B-630F-3A8E-CDCC6C9B54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5F0818-341B-C221-B21F-C1CF5175E22A}"/>
              </a:ext>
            </a:extLst>
          </p:cNvPr>
          <p:cNvGrpSpPr/>
          <p:nvPr userDrawn="1"/>
        </p:nvGrpSpPr>
        <p:grpSpPr>
          <a:xfrm>
            <a:off x="6203950" y="3429000"/>
            <a:ext cx="720000" cy="720000"/>
            <a:chOff x="4706502" y="4102304"/>
            <a:chExt cx="720000" cy="720000"/>
          </a:xfrm>
        </p:grpSpPr>
        <p:sp>
          <p:nvSpPr>
            <p:cNvPr id="43" name="Ellipse">
              <a:extLst>
                <a:ext uri="{FF2B5EF4-FFF2-40B4-BE49-F238E27FC236}">
                  <a16:creationId xmlns:a16="http://schemas.microsoft.com/office/drawing/2014/main" id="{682FCB72-2F08-510B-AD40-DD409F159711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9F6376B7-24DB-19E4-0490-CDB692D6B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0E3A3E-9F10-0620-51BE-94FFEFFB6EAC}"/>
              </a:ext>
            </a:extLst>
          </p:cNvPr>
          <p:cNvGrpSpPr/>
          <p:nvPr userDrawn="1"/>
        </p:nvGrpSpPr>
        <p:grpSpPr>
          <a:xfrm>
            <a:off x="6203950" y="4581002"/>
            <a:ext cx="720000" cy="720000"/>
            <a:chOff x="5218982" y="5401760"/>
            <a:chExt cx="720000" cy="720000"/>
          </a:xfrm>
        </p:grpSpPr>
        <p:sp>
          <p:nvSpPr>
            <p:cNvPr id="44" name="Ellipse">
              <a:extLst>
                <a:ext uri="{FF2B5EF4-FFF2-40B4-BE49-F238E27FC236}">
                  <a16:creationId xmlns:a16="http://schemas.microsoft.com/office/drawing/2014/main" id="{08FCC31D-79B2-AA86-1630-040F8801C078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0" name="Рисунок 95" descr="Карта с кнопкой контур">
              <a:extLst>
                <a:ext uri="{FF2B5EF4-FFF2-40B4-BE49-F238E27FC236}">
                  <a16:creationId xmlns:a16="http://schemas.microsoft.com/office/drawing/2014/main" id="{847F80BA-5A0E-CDFE-BB11-AA4B8F5C4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49" name="Subtitle Placeholder">
            <a:extLst>
              <a:ext uri="{FF2B5EF4-FFF2-40B4-BE49-F238E27FC236}">
                <a16:creationId xmlns:a16="http://schemas.microsoft.com/office/drawing/2014/main" id="{82FA59B5-6C70-FA4E-5F9E-E1F0EDEEE6A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527241" y="3492551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8F08DE6-A5BF-A357-F8BD-11166E606BC2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1527241" y="3825304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Subtitle Placeholder">
            <a:extLst>
              <a:ext uri="{FF2B5EF4-FFF2-40B4-BE49-F238E27FC236}">
                <a16:creationId xmlns:a16="http://schemas.microsoft.com/office/drawing/2014/main" id="{5E4FECC3-B1D9-3023-B6DE-2E127BB391EE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1527241" y="4633648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5CE7952-06CB-23C6-14E8-F4F3AB0935E5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1527240" y="4966401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84A01255-A873-B5D8-1ADC-9BE96D9912F4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7139849" y="3470910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FCF65AD-3B0A-A48D-FAB8-CD725478058E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7139850" y="3803663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Subtitle Placeholder">
            <a:extLst>
              <a:ext uri="{FF2B5EF4-FFF2-40B4-BE49-F238E27FC236}">
                <a16:creationId xmlns:a16="http://schemas.microsoft.com/office/drawing/2014/main" id="{01A0AAF1-8BB2-0A33-BD71-7F0889116A37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7139850" y="462348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6D01BBF-426C-5EAF-4E01-73EBD3B02255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7139849" y="4956242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63E0602-C359-321F-7CFB-373106C87937}"/>
              </a:ext>
            </a:extLst>
          </p:cNvPr>
          <p:cNvSpPr/>
          <p:nvPr userDrawn="1"/>
        </p:nvSpPr>
        <p:spPr>
          <a:xfrm rot="16200000">
            <a:off x="9494744" y="4045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3587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2291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591650" y="4644368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8F00A8-1F1B-BC05-D96A-C6861F1D7E7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207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B0F993B-D3C1-E9B9-9221-B1202E9AABB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08226" y="3501036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r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6208866" y="5658247"/>
            <a:ext cx="5395759" cy="615553"/>
          </a:xfrm>
        </p:spPr>
        <p:txBody>
          <a:bodyPr wrap="square" lIns="0" tIns="0" rIns="144000" bIns="0" anchor="ctr" anchorCtr="0">
            <a:noAutofit/>
          </a:bodyPr>
          <a:lstStyle>
            <a:lvl1pPr marL="0" indent="0" algn="r">
              <a:spcBef>
                <a:spcPts val="600"/>
              </a:spcBef>
              <a:buNone/>
              <a:defRPr sz="2000" spc="0" baseline="0">
                <a:ln>
                  <a:noFill/>
                </a:ln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11604625" y="5658200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F8C0DE90-7C6F-DC35-8428-DFC18013C3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674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3E9ACA3-5F88-9493-CCBC-484295B6E4FC}"/>
              </a:ext>
            </a:extLst>
          </p:cNvPr>
          <p:cNvSpPr/>
          <p:nvPr userDrawn="1"/>
        </p:nvSpPr>
        <p:spPr>
          <a:xfrm rot="16200000">
            <a:off x="-21125" y="1465494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08226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6208866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6208225" y="4644368"/>
            <a:ext cx="0" cy="615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846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2529095"/>
            <a:ext cx="5987409" cy="4328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2529096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627864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6204591" y="3123875"/>
            <a:ext cx="5395759" cy="513438"/>
          </a:xfrm>
        </p:spPr>
        <p:txBody>
          <a:bodyPr lIns="216000" tIns="144000" rIns="0" bIns="144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127685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FA25-44AC-A36C-DC93-5B238894BDE6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4591" y="3662078"/>
            <a:ext cx="5395759" cy="2611722"/>
          </a:xfrm>
        </p:spPr>
        <p:txBody>
          <a:bodyPr lIns="21600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styles!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1650" y="1304925"/>
            <a:ext cx="5395758" cy="496887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126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990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49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0825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4975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4975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082913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8082913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498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259238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409007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30639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340900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340900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340900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623097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623097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3097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012625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 4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9012963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  <p:custDataLst>
              <p:tags r:id="rId10"/>
            </p:custDataLst>
          </p:nvPr>
        </p:nvSpPr>
        <p:spPr>
          <a:xfrm>
            <a:off x="9012963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012963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4386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9CE631-CCF9-CBF0-C470-B0587AF1DB4E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231"/>
            <a:ext cx="3528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352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4" y="2164224"/>
            <a:ext cx="3529013" cy="2924432"/>
          </a:xfrm>
          <a:prstGeom prst="roundRect">
            <a:avLst>
              <a:gd name="adj" fmla="val 6446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1" y="1313707"/>
            <a:ext cx="3524738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2288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834456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2288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2288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2288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6834456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6834456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834456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36625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9336625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Description Placeholder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  <p:custDataLst>
              <p:tags r:id="rId10"/>
            </p:custDataLst>
          </p:nvPr>
        </p:nvSpPr>
        <p:spPr>
          <a:xfrm>
            <a:off x="9336625" y="5905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336625" y="5909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14">
            <a:extLst>
              <a:ext uri="{FF2B5EF4-FFF2-40B4-BE49-F238E27FC236}">
                <a16:creationId xmlns:a16="http://schemas.microsoft.com/office/drawing/2014/main" id="{AE2C1252-883B-C644-20B7-AC107AADB3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332288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6" name="Picture Placeholder 14">
            <a:extLst>
              <a:ext uri="{FF2B5EF4-FFF2-40B4-BE49-F238E27FC236}">
                <a16:creationId xmlns:a16="http://schemas.microsoft.com/office/drawing/2014/main" id="{71E93CFA-36F6-7C79-E52C-A56A43D9AFF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834456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7EFE23E2-FE85-B0C7-0245-4A2FC440FFA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1"/>
            </p:custDataLst>
          </p:nvPr>
        </p:nvSpPr>
        <p:spPr>
          <a:xfrm>
            <a:off x="4332288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Description Placeholder">
            <a:extLst>
              <a:ext uri="{FF2B5EF4-FFF2-40B4-BE49-F238E27FC236}">
                <a16:creationId xmlns:a16="http://schemas.microsoft.com/office/drawing/2014/main" id="{52E647FD-5ADF-9734-F003-270139853F2D}"/>
              </a:ext>
            </a:extLst>
          </p:cNvPr>
          <p:cNvSpPr>
            <a:spLocks noGrp="1"/>
          </p:cNvSpPr>
          <p:nvPr>
            <p:ph type="body" idx="41"/>
            <p:custDataLst>
              <p:tags r:id="rId12"/>
            </p:custDataLst>
          </p:nvPr>
        </p:nvSpPr>
        <p:spPr>
          <a:xfrm>
            <a:off x="4332288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9" name="Straight Connector">
            <a:extLst>
              <a:ext uri="{FF2B5EF4-FFF2-40B4-BE49-F238E27FC236}">
                <a16:creationId xmlns:a16="http://schemas.microsoft.com/office/drawing/2014/main" id="{312548A5-DE94-4A3D-8C7F-324CF2A433EB}"/>
              </a:ext>
            </a:extLst>
          </p:cNvPr>
          <p:cNvCxnSpPr>
            <a:cxnSpLocks/>
          </p:cNvCxnSpPr>
          <p:nvPr userDrawn="1"/>
        </p:nvCxnSpPr>
        <p:spPr>
          <a:xfrm>
            <a:off x="4332288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ubtitle Placeholder">
            <a:extLst>
              <a:ext uri="{FF2B5EF4-FFF2-40B4-BE49-F238E27FC236}">
                <a16:creationId xmlns:a16="http://schemas.microsoft.com/office/drawing/2014/main" id="{4EC76E1F-10C6-EB87-1789-3A6D1F7C316E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3"/>
            </p:custDataLst>
          </p:nvPr>
        </p:nvSpPr>
        <p:spPr>
          <a:xfrm>
            <a:off x="6834456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Description Placeholder">
            <a:extLst>
              <a:ext uri="{FF2B5EF4-FFF2-40B4-BE49-F238E27FC236}">
                <a16:creationId xmlns:a16="http://schemas.microsoft.com/office/drawing/2014/main" id="{1FF90B5F-0899-37CD-C5BF-7EA04ECAE7A3}"/>
              </a:ext>
            </a:extLst>
          </p:cNvPr>
          <p:cNvSpPr>
            <a:spLocks noGrp="1"/>
          </p:cNvSpPr>
          <p:nvPr>
            <p:ph type="body" idx="43"/>
            <p:custDataLst>
              <p:tags r:id="rId14"/>
            </p:custDataLst>
          </p:nvPr>
        </p:nvSpPr>
        <p:spPr>
          <a:xfrm>
            <a:off x="6834456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2" name="Straight Connector">
            <a:extLst>
              <a:ext uri="{FF2B5EF4-FFF2-40B4-BE49-F238E27FC236}">
                <a16:creationId xmlns:a16="http://schemas.microsoft.com/office/drawing/2014/main" id="{1FAB1A88-4048-E680-6D84-F76C447220B7}"/>
              </a:ext>
            </a:extLst>
          </p:cNvPr>
          <p:cNvCxnSpPr>
            <a:cxnSpLocks/>
          </p:cNvCxnSpPr>
          <p:nvPr userDrawn="1"/>
        </p:nvCxnSpPr>
        <p:spPr>
          <a:xfrm>
            <a:off x="6834456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14">
            <a:extLst>
              <a:ext uri="{FF2B5EF4-FFF2-40B4-BE49-F238E27FC236}">
                <a16:creationId xmlns:a16="http://schemas.microsoft.com/office/drawing/2014/main" id="{ABCA63E7-675D-4115-FB80-069CACC217D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336625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B75FD523-EF15-DF39-FA15-A8A5EFD76ACD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5"/>
            </p:custDataLst>
          </p:nvPr>
        </p:nvSpPr>
        <p:spPr>
          <a:xfrm>
            <a:off x="9336625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Description Placeholder">
            <a:extLst>
              <a:ext uri="{FF2B5EF4-FFF2-40B4-BE49-F238E27FC236}">
                <a16:creationId xmlns:a16="http://schemas.microsoft.com/office/drawing/2014/main" id="{E47F6469-D121-358B-A22B-69F8239BBB0F}"/>
              </a:ext>
            </a:extLst>
          </p:cNvPr>
          <p:cNvSpPr>
            <a:spLocks noGrp="1"/>
          </p:cNvSpPr>
          <p:nvPr>
            <p:ph type="body" idx="46"/>
            <p:custDataLst>
              <p:tags r:id="rId16"/>
            </p:custDataLst>
          </p:nvPr>
        </p:nvSpPr>
        <p:spPr>
          <a:xfrm>
            <a:off x="9336625" y="3111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1C771BFB-F306-8D17-9E15-47E57931FA73}"/>
              </a:ext>
            </a:extLst>
          </p:cNvPr>
          <p:cNvCxnSpPr>
            <a:cxnSpLocks/>
          </p:cNvCxnSpPr>
          <p:nvPr userDrawn="1"/>
        </p:nvCxnSpPr>
        <p:spPr>
          <a:xfrm>
            <a:off x="9336625" y="3115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3243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F1B061-678A-7A8E-4423-26E2BF399674}"/>
              </a:ext>
            </a:extLst>
          </p:cNvPr>
          <p:cNvSpPr/>
          <p:nvPr userDrawn="1"/>
        </p:nvSpPr>
        <p:spPr>
          <a:xfrm rot="5400000">
            <a:off x="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13707"/>
            <a:ext cx="3524738" cy="31393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0201EADE-ABF0-D899-6A5A-208D0B3F5316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332287" y="1304925"/>
            <a:ext cx="7257097" cy="4968256"/>
          </a:xfrm>
        </p:spPr>
        <p:txBody>
          <a:bodyPr/>
          <a:lstStyle>
            <a:lvl1pPr marL="2286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  <a:latin typeface="+mn-lt"/>
              </a:defRPr>
            </a:lvl1pPr>
            <a:lvl2pPr marL="6858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2pPr>
            <a:lvl3pPr marL="11430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00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accent1"/>
              </a:buClr>
              <a:buSzPct val="120000"/>
              <a:defRPr sz="1000"/>
            </a:lvl4pPr>
            <a:lvl5pPr>
              <a:buClr>
                <a:schemeClr val="accent1"/>
              </a:buClr>
              <a:buSzPct val="120000"/>
              <a:defRPr/>
            </a:lvl5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  <a:p>
            <a:pPr lvl="1"/>
            <a:r>
              <a:rPr lang="en-US" dirty="0"/>
              <a:t>Click to edit Master text</a:t>
            </a:r>
            <a:endParaRPr lang="ru-RU" dirty="0"/>
          </a:p>
          <a:p>
            <a:pPr lvl="2"/>
            <a:r>
              <a:rPr lang="en-US" dirty="0"/>
              <a:t>Click to edit Master text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709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931A4FE-CF2B-5A83-EDB7-1CB3FE750B81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4332288" y="2789469"/>
            <a:ext cx="7859712" cy="105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4332287" y="2789469"/>
            <a:ext cx="7268061" cy="1051772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2789469"/>
            <a:ext cx="3524737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4332287" y="3840669"/>
            <a:ext cx="7268060" cy="2435127"/>
          </a:xfrm>
        </p:spPr>
        <p:txBody>
          <a:bodyPr lIns="216000" tIns="21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253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1618F2-D425-FDEB-D6DD-E5FF2B4F305E}"/>
              </a:ext>
            </a:extLst>
          </p:cNvPr>
          <p:cNvSpPr/>
          <p:nvPr userDrawn="1"/>
        </p:nvSpPr>
        <p:spPr>
          <a:xfrm>
            <a:off x="5873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8A5191-1DA4-77E3-0C28-2982E54C89F8}"/>
              </a:ext>
            </a:extLst>
          </p:cNvPr>
          <p:cNvSpPr/>
          <p:nvPr userDrawn="1"/>
        </p:nvSpPr>
        <p:spPr>
          <a:xfrm>
            <a:off x="43349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DF8965-2EC1-19FE-7CAD-33F73DA088E0}"/>
              </a:ext>
            </a:extLst>
          </p:cNvPr>
          <p:cNvSpPr/>
          <p:nvPr userDrawn="1"/>
        </p:nvSpPr>
        <p:spPr>
          <a:xfrm>
            <a:off x="80825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4325666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4920445"/>
            <a:ext cx="3524400" cy="1365227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492425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4975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4975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082913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8082913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arge Number Placeholder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9"/>
            </p:custDataLst>
          </p:nvPr>
        </p:nvSpPr>
        <p:spPr>
          <a:xfrm>
            <a:off x="587375" y="2888785"/>
            <a:ext cx="3524400" cy="769441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Medium Number Placeholder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10"/>
            </p:custDataLst>
          </p:nvPr>
        </p:nvSpPr>
        <p:spPr>
          <a:xfrm>
            <a:off x="4334975" y="2965729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mall Number Placeholder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1"/>
            </p:custDataLst>
          </p:nvPr>
        </p:nvSpPr>
        <p:spPr>
          <a:xfrm>
            <a:off x="8082575" y="3042673"/>
            <a:ext cx="3524400" cy="461665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819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04925"/>
            <a:ext cx="54006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9" name="Subtitle Placeholder 1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3"/>
            </p:custDataLst>
          </p:nvPr>
        </p:nvSpPr>
        <p:spPr>
          <a:xfrm>
            <a:off x="6203949" y="2185703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4"/>
            </p:custDataLst>
          </p:nvPr>
        </p:nvSpPr>
        <p:spPr>
          <a:xfrm>
            <a:off x="6203950" y="2562371"/>
            <a:ext cx="5392800" cy="793926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03950" y="2566182"/>
            <a:ext cx="5392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">
            <a:extLst>
              <a:ext uri="{FF2B5EF4-FFF2-40B4-BE49-F238E27FC236}">
                <a16:creationId xmlns:a16="http://schemas.microsoft.com/office/drawing/2014/main" id="{0868CE8C-10F8-DD47-5B4C-84E35DC53C4B}"/>
              </a:ext>
            </a:extLst>
          </p:cNvPr>
          <p:cNvSpPr/>
          <p:nvPr userDrawn="1"/>
        </p:nvSpPr>
        <p:spPr>
          <a:xfrm>
            <a:off x="595907" y="1309407"/>
            <a:ext cx="4961989" cy="4961989"/>
          </a:xfrm>
          <a:prstGeom prst="roundRect">
            <a:avLst>
              <a:gd name="adj" fmla="val 74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9F82789E-05C7-1952-E2FA-A2CF9C67B082}"/>
              </a:ext>
            </a:extLst>
          </p:cNvPr>
          <p:cNvSpPr/>
          <p:nvPr userDrawn="1"/>
        </p:nvSpPr>
        <p:spPr>
          <a:xfrm>
            <a:off x="1424501" y="2966596"/>
            <a:ext cx="3304800" cy="3304800"/>
          </a:xfrm>
          <a:prstGeom prst="roundRect">
            <a:avLst>
              <a:gd name="adj" fmla="val 105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Ellipse">
            <a:extLst>
              <a:ext uri="{FF2B5EF4-FFF2-40B4-BE49-F238E27FC236}">
                <a16:creationId xmlns:a16="http://schemas.microsoft.com/office/drawing/2014/main" id="{F096B134-8B93-4825-FAFB-7FBFCADEFDB4}"/>
              </a:ext>
            </a:extLst>
          </p:cNvPr>
          <p:cNvSpPr/>
          <p:nvPr userDrawn="1"/>
        </p:nvSpPr>
        <p:spPr>
          <a:xfrm>
            <a:off x="1975301" y="4068196"/>
            <a:ext cx="2203200" cy="2203200"/>
          </a:xfrm>
          <a:prstGeom prst="roundRect">
            <a:avLst>
              <a:gd name="adj" fmla="val 1482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Large Number Placeholder">
            <a:extLst>
              <a:ext uri="{FF2B5EF4-FFF2-40B4-BE49-F238E27FC236}">
                <a16:creationId xmlns:a16="http://schemas.microsoft.com/office/drawing/2014/main" id="{D169FCED-13DC-C3B7-4500-1C52EDD88EC6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5"/>
            </p:custDataLst>
          </p:nvPr>
        </p:nvSpPr>
        <p:spPr>
          <a:xfrm>
            <a:off x="1744597" y="1751513"/>
            <a:ext cx="2664608" cy="769441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5" name="Medium Number Placeholder">
            <a:extLst>
              <a:ext uri="{FF2B5EF4-FFF2-40B4-BE49-F238E27FC236}">
                <a16:creationId xmlns:a16="http://schemas.microsoft.com/office/drawing/2014/main" id="{104AA7E8-A585-DBCD-FD26-5747A69665EE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1744597" y="3230052"/>
            <a:ext cx="2664608" cy="615553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6" name="Small Number Placeholder">
            <a:extLst>
              <a:ext uri="{FF2B5EF4-FFF2-40B4-BE49-F238E27FC236}">
                <a16:creationId xmlns:a16="http://schemas.microsoft.com/office/drawing/2014/main" id="{1A0256E8-88AB-A5C8-25D7-D10F7E78C096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1975301" y="4938964"/>
            <a:ext cx="22032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32" name="Subtitle Placeholder 2">
            <a:extLst>
              <a:ext uri="{FF2B5EF4-FFF2-40B4-BE49-F238E27FC236}">
                <a16:creationId xmlns:a16="http://schemas.microsoft.com/office/drawing/2014/main" id="{DBF26ABA-6FC6-8690-FA9E-1C92D2C3FDF7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8"/>
            </p:custDataLst>
          </p:nvPr>
        </p:nvSpPr>
        <p:spPr>
          <a:xfrm>
            <a:off x="6237898" y="3644725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7E49C60-7C5E-B59B-AA85-5EDA668A9415}"/>
              </a:ext>
            </a:extLst>
          </p:cNvPr>
          <p:cNvSpPr>
            <a:spLocks noGrp="1"/>
          </p:cNvSpPr>
          <p:nvPr>
            <p:ph type="body" idx="40"/>
            <p:custDataLst>
              <p:tags r:id="rId9"/>
            </p:custDataLst>
          </p:nvPr>
        </p:nvSpPr>
        <p:spPr>
          <a:xfrm>
            <a:off x="6237899" y="4021393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4" name="Straight Connector">
            <a:extLst>
              <a:ext uri="{FF2B5EF4-FFF2-40B4-BE49-F238E27FC236}">
                <a16:creationId xmlns:a16="http://schemas.microsoft.com/office/drawing/2014/main" id="{28A0EBC9-4983-D7C2-1064-E073785D0AED}"/>
              </a:ext>
            </a:extLst>
          </p:cNvPr>
          <p:cNvCxnSpPr>
            <a:cxnSpLocks/>
          </p:cNvCxnSpPr>
          <p:nvPr userDrawn="1"/>
        </p:nvCxnSpPr>
        <p:spPr>
          <a:xfrm>
            <a:off x="6237899" y="4025204"/>
            <a:ext cx="53928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ubtitle Placeholder 3">
            <a:extLst>
              <a:ext uri="{FF2B5EF4-FFF2-40B4-BE49-F238E27FC236}">
                <a16:creationId xmlns:a16="http://schemas.microsoft.com/office/drawing/2014/main" id="{12781F3B-E748-93F5-7C9E-83FE1FE0B758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10"/>
            </p:custDataLst>
          </p:nvPr>
        </p:nvSpPr>
        <p:spPr>
          <a:xfrm>
            <a:off x="6237898" y="5105422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3AB5ED40-4199-35CC-CA87-092668E9DD40}"/>
              </a:ext>
            </a:extLst>
          </p:cNvPr>
          <p:cNvSpPr>
            <a:spLocks noGrp="1"/>
          </p:cNvSpPr>
          <p:nvPr>
            <p:ph type="body" idx="42"/>
            <p:custDataLst>
              <p:tags r:id="rId11"/>
            </p:custDataLst>
          </p:nvPr>
        </p:nvSpPr>
        <p:spPr>
          <a:xfrm>
            <a:off x="6237899" y="5482090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A9370B20-CDE4-6524-899D-56CD3EA6DC6A}"/>
              </a:ext>
            </a:extLst>
          </p:cNvPr>
          <p:cNvCxnSpPr>
            <a:cxnSpLocks/>
          </p:cNvCxnSpPr>
          <p:nvPr userDrawn="1"/>
        </p:nvCxnSpPr>
        <p:spPr>
          <a:xfrm>
            <a:off x="6237899" y="5485901"/>
            <a:ext cx="53928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847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2CFB395-65C3-C716-A9EC-6BBBC2953BEA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1"/>
            </p:custDataLst>
          </p:nvPr>
        </p:nvSpPr>
        <p:spPr>
          <a:xfrm>
            <a:off x="591650" y="4477687"/>
            <a:ext cx="3524400" cy="1365227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1651" y="1313707"/>
            <a:ext cx="820468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4"/>
            </p:custDataLst>
          </p:nvPr>
        </p:nvSpPr>
        <p:spPr>
          <a:xfrm>
            <a:off x="4334975" y="4476927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5"/>
            </p:custDataLst>
          </p:nvPr>
        </p:nvSpPr>
        <p:spPr>
          <a:xfrm>
            <a:off x="8082913" y="4476927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1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5873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Subtitle Placeholder 2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349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ubtitle Placeholder 3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8"/>
            </p:custDataLst>
          </p:nvPr>
        </p:nvSpPr>
        <p:spPr>
          <a:xfrm>
            <a:off x="80825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0C31B67F-FFDD-D836-618D-0675B8EBDD74}"/>
              </a:ext>
            </a:extLst>
          </p:cNvPr>
          <p:cNvCxnSpPr>
            <a:cxnSpLocks/>
          </p:cNvCxnSpPr>
          <p:nvPr userDrawn="1"/>
        </p:nvCxnSpPr>
        <p:spPr>
          <a:xfrm>
            <a:off x="587375" y="4339994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812B8D8D-AEAC-ECC8-9180-2BDF15ED8F6C}"/>
              </a:ext>
            </a:extLst>
          </p:cNvPr>
          <p:cNvCxnSpPr>
            <a:cxnSpLocks/>
          </p:cNvCxnSpPr>
          <p:nvPr userDrawn="1"/>
        </p:nvCxnSpPr>
        <p:spPr>
          <a:xfrm>
            <a:off x="4334975" y="433923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11AA1393-38DF-7F19-E6AC-9B45671CB622}"/>
              </a:ext>
            </a:extLst>
          </p:cNvPr>
          <p:cNvCxnSpPr>
            <a:cxnSpLocks/>
          </p:cNvCxnSpPr>
          <p:nvPr userDrawn="1"/>
        </p:nvCxnSpPr>
        <p:spPr>
          <a:xfrm>
            <a:off x="8082913" y="433923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9475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ImageColumn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>
            <a:off x="9490699" y="4164789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87374" y="5099803"/>
            <a:ext cx="5396239" cy="307777"/>
          </a:xfrm>
        </p:spPr>
        <p:txBody>
          <a:bodyPr wrap="square" lIns="0" tIns="0" rIns="21600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33631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br>
              <a:rPr lang="ru-RU" dirty="0"/>
            </a:b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6210658" y="5100459"/>
            <a:ext cx="5389991" cy="307777"/>
          </a:xfrm>
        </p:spPr>
        <p:txBody>
          <a:bodyPr wrap="square" lIns="108000" tIns="0" rIns="10800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17956"/>
            <a:ext cx="0" cy="3460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EDBBDA5-C6A2-24F2-F876-BD6794A7D37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91346" y="2817956"/>
            <a:ext cx="5396704" cy="2065847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DC01C7C-F8CD-83B8-45F3-E2CDBD48014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08118" y="2817956"/>
            <a:ext cx="5389991" cy="2065847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E0A9813-D9F2-5B37-071B-B4C601824EED}"/>
              </a:ext>
            </a:extLst>
          </p:cNvPr>
          <p:cNvSpPr>
            <a:spLocks noGrp="1"/>
          </p:cNvSpPr>
          <p:nvPr>
            <p:ph type="body" idx="24"/>
            <p:custDataLst>
              <p:tags r:id="rId5"/>
            </p:custDataLst>
          </p:nvPr>
        </p:nvSpPr>
        <p:spPr>
          <a:xfrm>
            <a:off x="591650" y="5442201"/>
            <a:ext cx="5389692" cy="830278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0FCF008-838F-9C6A-A0CB-17D45180C245}"/>
              </a:ext>
            </a:extLst>
          </p:cNvPr>
          <p:cNvSpPr>
            <a:spLocks noGrp="1"/>
          </p:cNvSpPr>
          <p:nvPr>
            <p:ph type="body" idx="35"/>
            <p:custDataLst>
              <p:tags r:id="rId6"/>
            </p:custDataLst>
          </p:nvPr>
        </p:nvSpPr>
        <p:spPr>
          <a:xfrm>
            <a:off x="6210658" y="5442200"/>
            <a:ext cx="5389991" cy="8316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3557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ImageColumns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 rot="16200000">
            <a:off x="9490699" y="4045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87375" y="4817496"/>
            <a:ext cx="3524096" cy="615553"/>
          </a:xfrm>
        </p:spPr>
        <p:txBody>
          <a:bodyPr wrap="square" lIns="0" tIns="0" rIns="216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33631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br>
              <a:rPr lang="ru-RU" dirty="0"/>
            </a:b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4367319" y="4818151"/>
            <a:ext cx="3488592" cy="615600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8111758" y="4818151"/>
            <a:ext cx="3488592" cy="615600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70206" y="2806666"/>
            <a:ext cx="0" cy="34702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25766" y="2806666"/>
            <a:ext cx="0" cy="34716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EDBBDA5-C6A2-24F2-F876-BD6794A7D37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91346" y="2806667"/>
            <a:ext cx="3524400" cy="179483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E5FD769A-7BDB-BCE4-9AD0-FC792D2F184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335786" y="2806666"/>
            <a:ext cx="3524400" cy="1796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DC01C7C-F8CD-83B8-45F3-E2CDBD48014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080225" y="2806666"/>
            <a:ext cx="3524400" cy="17964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E0A9813-D9F2-5B37-071B-B4C601824EED}"/>
              </a:ext>
            </a:extLst>
          </p:cNvPr>
          <p:cNvSpPr>
            <a:spLocks noGrp="1"/>
          </p:cNvSpPr>
          <p:nvPr>
            <p:ph type="body" idx="24"/>
            <p:custDataLst>
              <p:tags r:id="rId6"/>
            </p:custDataLst>
          </p:nvPr>
        </p:nvSpPr>
        <p:spPr>
          <a:xfrm>
            <a:off x="591650" y="5454072"/>
            <a:ext cx="3519821" cy="830278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5ED7686-1B07-0A20-1359-DAB0E3D463F9}"/>
              </a:ext>
            </a:extLst>
          </p:cNvPr>
          <p:cNvSpPr>
            <a:spLocks noGrp="1"/>
          </p:cNvSpPr>
          <p:nvPr>
            <p:ph type="body" idx="34"/>
            <p:custDataLst>
              <p:tags r:id="rId7"/>
            </p:custDataLst>
          </p:nvPr>
        </p:nvSpPr>
        <p:spPr>
          <a:xfrm>
            <a:off x="4367319" y="5454072"/>
            <a:ext cx="3519821" cy="8316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0FCF008-838F-9C6A-A0CB-17D45180C245}"/>
              </a:ext>
            </a:extLst>
          </p:cNvPr>
          <p:cNvSpPr>
            <a:spLocks noGrp="1"/>
          </p:cNvSpPr>
          <p:nvPr>
            <p:ph type="body" idx="35"/>
            <p:custDataLst>
              <p:tags r:id="rId8"/>
            </p:custDataLst>
          </p:nvPr>
        </p:nvSpPr>
        <p:spPr>
          <a:xfrm>
            <a:off x="8111758" y="5454071"/>
            <a:ext cx="3519821" cy="8316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6912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AABEB19-A811-E4FE-FB5B-A16E03018291}"/>
              </a:ext>
            </a:extLst>
          </p:cNvPr>
          <p:cNvSpPr/>
          <p:nvPr userDrawn="1"/>
        </p:nvSpPr>
        <p:spPr>
          <a:xfrm rot="10800000">
            <a:off x="0" y="148662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14653"/>
            <a:ext cx="842058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3298" y="2607653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2848" y="4725939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597623" y="2607653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725546" y="3038725"/>
            <a:ext cx="5262503" cy="1071880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/>
            <p:custDataLst>
              <p:tags r:id="rId4"/>
            </p:custDataLst>
          </p:nvPr>
        </p:nvSpPr>
        <p:spPr>
          <a:xfrm>
            <a:off x="6331412" y="5153306"/>
            <a:ext cx="5262499" cy="1071854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/>
            <p:custDataLst>
              <p:tags r:id="rId5"/>
            </p:custDataLst>
          </p:nvPr>
        </p:nvSpPr>
        <p:spPr>
          <a:xfrm>
            <a:off x="6331413" y="3038725"/>
            <a:ext cx="5273212" cy="1071854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/>
            <p:custDataLst>
              <p:tags r:id="rId6"/>
            </p:custDataLst>
          </p:nvPr>
        </p:nvSpPr>
        <p:spPr>
          <a:xfrm>
            <a:off x="725545" y="5153306"/>
            <a:ext cx="5262499" cy="1071854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9859BA26-5A14-9402-5309-E5E27FB65AC4}"/>
              </a:ext>
            </a:extLst>
          </p:cNvPr>
          <p:cNvCxnSpPr>
            <a:cxnSpLocks/>
          </p:cNvCxnSpPr>
          <p:nvPr userDrawn="1"/>
        </p:nvCxnSpPr>
        <p:spPr>
          <a:xfrm flipV="1">
            <a:off x="597622" y="4725939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D8CCA0A3-582F-7996-36B4-9B594963CE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7"/>
            </p:custDataLst>
          </p:nvPr>
        </p:nvSpPr>
        <p:spPr>
          <a:xfrm>
            <a:off x="6331413" y="2617381"/>
            <a:ext cx="5272786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4D9509D8-D956-04E6-E6D3-9DA260EE2407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8"/>
            </p:custDataLst>
          </p:nvPr>
        </p:nvSpPr>
        <p:spPr>
          <a:xfrm>
            <a:off x="725546" y="2617381"/>
            <a:ext cx="5262499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3" name="Subtitle Placeholder 4">
            <a:extLst>
              <a:ext uri="{FF2B5EF4-FFF2-40B4-BE49-F238E27FC236}">
                <a16:creationId xmlns:a16="http://schemas.microsoft.com/office/drawing/2014/main" id="{311C939E-37DC-9665-FBBC-6A92C7BA6208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9"/>
            </p:custDataLst>
          </p:nvPr>
        </p:nvSpPr>
        <p:spPr>
          <a:xfrm>
            <a:off x="6331887" y="4735667"/>
            <a:ext cx="5262074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Subtitle Placeholder 3">
            <a:extLst>
              <a:ext uri="{FF2B5EF4-FFF2-40B4-BE49-F238E27FC236}">
                <a16:creationId xmlns:a16="http://schemas.microsoft.com/office/drawing/2014/main" id="{330D9E86-0815-5CF4-D122-A47F270BFDEE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10"/>
            </p:custDataLst>
          </p:nvPr>
        </p:nvSpPr>
        <p:spPr>
          <a:xfrm>
            <a:off x="725828" y="4735667"/>
            <a:ext cx="5262074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315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2143EB-D278-C5C6-05D2-A56B3061D5CD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2920061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br>
              <a:rPr lang="en-US" dirty="0"/>
            </a:b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2291" y="3514840"/>
            <a:ext cx="5395759" cy="1084739"/>
          </a:xfrm>
        </p:spPr>
        <p:txBody>
          <a:bodyPr lIns="0" tIns="144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518650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Subtitle Placeholder 3">
            <a:extLst>
              <a:ext uri="{FF2B5EF4-FFF2-40B4-BE49-F238E27FC236}">
                <a16:creationId xmlns:a16="http://schemas.microsoft.com/office/drawing/2014/main" id="{131887CB-A394-F22D-D6BB-F44B2E48F0E2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1439" y="4595769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F1E3906-30C9-0258-5358-32F0F88D9F01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21439" y="5195628"/>
            <a:ext cx="5395759" cy="1084739"/>
          </a:xfrm>
        </p:spPr>
        <p:txBody>
          <a:bodyPr lIns="0" tIns="144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7" name="Straight Connector">
            <a:extLst>
              <a:ext uri="{FF2B5EF4-FFF2-40B4-BE49-F238E27FC236}">
                <a16:creationId xmlns:a16="http://schemas.microsoft.com/office/drawing/2014/main" id="{F191B52C-7938-6ABF-4C19-66104E713582}"/>
              </a:ext>
            </a:extLst>
          </p:cNvPr>
          <p:cNvCxnSpPr>
            <a:cxnSpLocks/>
          </p:cNvCxnSpPr>
          <p:nvPr userDrawn="1"/>
        </p:nvCxnSpPr>
        <p:spPr>
          <a:xfrm>
            <a:off x="620798" y="5194358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C422D6A-7D64-CF12-FDAE-C05406DA4A67}"/>
              </a:ext>
            </a:extLst>
          </p:cNvPr>
          <p:cNvSpPr/>
          <p:nvPr userDrawn="1"/>
        </p:nvSpPr>
        <p:spPr>
          <a:xfrm>
            <a:off x="6208224" y="2920060"/>
            <a:ext cx="5983775" cy="33603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Ins="0" bIns="0" rtlCol="0" anchor="ctr" anchorCtr="0"/>
          <a:lstStyle/>
          <a:p>
            <a:pPr algn="ctr"/>
            <a:endParaRPr lang="ru-RU" dirty="0"/>
          </a:p>
        </p:txBody>
      </p:sp>
      <p:sp>
        <p:nvSpPr>
          <p:cNvPr id="19" name="Subtitle Placeholder 2">
            <a:extLst>
              <a:ext uri="{FF2B5EF4-FFF2-40B4-BE49-F238E27FC236}">
                <a16:creationId xmlns:a16="http://schemas.microsoft.com/office/drawing/2014/main" id="{7612D4FE-8F85-66CB-75F2-5AFE89450D67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208224" y="2920060"/>
            <a:ext cx="5404846" cy="598589"/>
          </a:xfrm>
        </p:spPr>
        <p:txBody>
          <a:bodyPr wrap="square" lIns="216000" tIns="216000" rIns="0" bIns="72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EC8CC47-C120-A69E-DA74-FA24491B237D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6208224" y="3526415"/>
            <a:ext cx="5391485" cy="1437930"/>
          </a:xfrm>
        </p:spPr>
        <p:txBody>
          <a:bodyPr wrap="square" lIns="21600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798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After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397A1A-1ED0-E65E-6A35-6253C681858C}"/>
              </a:ext>
            </a:extLst>
          </p:cNvPr>
          <p:cNvSpPr/>
          <p:nvPr userDrawn="1"/>
        </p:nvSpPr>
        <p:spPr>
          <a:xfrm>
            <a:off x="9490699" y="0"/>
            <a:ext cx="2701301" cy="2693210"/>
          </a:xfrm>
          <a:custGeom>
            <a:avLst/>
            <a:gdLst>
              <a:gd name="connsiteX0" fmla="*/ 83772 w 2701301"/>
              <a:gd name="connsiteY0" fmla="*/ 0 h 2693210"/>
              <a:gd name="connsiteX1" fmla="*/ 900895 w 2701301"/>
              <a:gd name="connsiteY1" fmla="*/ 0 h 2693210"/>
              <a:gd name="connsiteX2" fmla="*/ 871339 w 2701301"/>
              <a:gd name="connsiteY2" fmla="*/ 61355 h 2693210"/>
              <a:gd name="connsiteX3" fmla="*/ 765781 w 2701301"/>
              <a:gd name="connsiteY3" fmla="*/ 584200 h 2693210"/>
              <a:gd name="connsiteX4" fmla="*/ 2109009 w 2701301"/>
              <a:gd name="connsiteY4" fmla="*/ 1927428 h 2693210"/>
              <a:gd name="connsiteX5" fmla="*/ 2631854 w 2701301"/>
              <a:gd name="connsiteY5" fmla="*/ 1821870 h 2693210"/>
              <a:gd name="connsiteX6" fmla="*/ 2701301 w 2701301"/>
              <a:gd name="connsiteY6" fmla="*/ 1788416 h 2693210"/>
              <a:gd name="connsiteX7" fmla="*/ 2701301 w 2701301"/>
              <a:gd name="connsiteY7" fmla="*/ 2607358 h 2693210"/>
              <a:gd name="connsiteX8" fmla="*/ 2534049 w 2701301"/>
              <a:gd name="connsiteY8" fmla="*/ 2650363 h 2693210"/>
              <a:gd name="connsiteX9" fmla="*/ 2109010 w 2701301"/>
              <a:gd name="connsiteY9" fmla="*/ 2693210 h 2693210"/>
              <a:gd name="connsiteX10" fmla="*/ 0 w 2701301"/>
              <a:gd name="connsiteY10" fmla="*/ 584200 h 2693210"/>
              <a:gd name="connsiteX11" fmla="*/ 42848 w 2701301"/>
              <a:gd name="connsiteY11" fmla="*/ 159161 h 269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1301" h="2693210">
                <a:moveTo>
                  <a:pt x="83772" y="0"/>
                </a:moveTo>
                <a:lnTo>
                  <a:pt x="900895" y="0"/>
                </a:lnTo>
                <a:lnTo>
                  <a:pt x="871339" y="61355"/>
                </a:lnTo>
                <a:cubicBezTo>
                  <a:pt x="803368" y="222057"/>
                  <a:pt x="765781" y="398739"/>
                  <a:pt x="765781" y="584200"/>
                </a:cubicBezTo>
                <a:cubicBezTo>
                  <a:pt x="765781" y="1326044"/>
                  <a:pt x="1367165" y="1927428"/>
                  <a:pt x="2109009" y="1927428"/>
                </a:cubicBezTo>
                <a:cubicBezTo>
                  <a:pt x="2294470" y="1927428"/>
                  <a:pt x="2471152" y="1889842"/>
                  <a:pt x="2631854" y="1821870"/>
                </a:cubicBezTo>
                <a:lnTo>
                  <a:pt x="2701301" y="1788416"/>
                </a:lnTo>
                <a:lnTo>
                  <a:pt x="2701301" y="2607358"/>
                </a:lnTo>
                <a:lnTo>
                  <a:pt x="2534049" y="2650363"/>
                </a:lnTo>
                <a:cubicBezTo>
                  <a:pt x="2396758" y="2678456"/>
                  <a:pt x="2254607" y="2693210"/>
                  <a:pt x="2109010" y="2693210"/>
                </a:cubicBezTo>
                <a:cubicBezTo>
                  <a:pt x="944236" y="2693210"/>
                  <a:pt x="0" y="1748974"/>
                  <a:pt x="0" y="584200"/>
                </a:cubicBezTo>
                <a:cubicBezTo>
                  <a:pt x="0" y="438603"/>
                  <a:pt x="14754" y="296452"/>
                  <a:pt x="42848" y="1591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6559709" y="3017580"/>
            <a:ext cx="5040000" cy="3256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2428114"/>
            <a:ext cx="5040000" cy="380480"/>
          </a:xfrm>
        </p:spPr>
        <p:txBody>
          <a:bodyPr wrap="square" lIns="0" tIns="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2291" y="3014980"/>
            <a:ext cx="5040000" cy="3255559"/>
          </a:xfrm>
          <a:solidFill>
            <a:schemeClr val="accent6"/>
          </a:solidFill>
          <a:ln w="12700">
            <a:noFill/>
          </a:ln>
        </p:spPr>
        <p:txBody>
          <a:bodyPr lIns="216000" tIns="216000" rIns="216000" bIns="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6564625" y="2428114"/>
            <a:ext cx="5040000" cy="380480"/>
          </a:xfrm>
        </p:spPr>
        <p:txBody>
          <a:bodyPr wrap="square" lIns="0" tIns="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5"/>
            </p:custDataLst>
          </p:nvPr>
        </p:nvSpPr>
        <p:spPr>
          <a:xfrm>
            <a:off x="6564625" y="3014649"/>
            <a:ext cx="5040000" cy="3256220"/>
          </a:xfrm>
        </p:spPr>
        <p:txBody>
          <a:bodyPr lIns="216000" tIns="216000" rIns="216000" bIns="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0B3EDB0-01C6-27DB-D0EF-C6D5398EC16D}"/>
              </a:ext>
            </a:extLst>
          </p:cNvPr>
          <p:cNvSpPr/>
          <p:nvPr userDrawn="1"/>
        </p:nvSpPr>
        <p:spPr>
          <a:xfrm>
            <a:off x="5988051" y="4394046"/>
            <a:ext cx="288924" cy="497427"/>
          </a:xfrm>
          <a:prstGeom prst="rightArrow">
            <a:avLst>
              <a:gd name="adj1" fmla="val 43114"/>
              <a:gd name="adj2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A1DE6B08-89AA-F3DC-57F8-3AB4457E11C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91650" y="1313707"/>
            <a:ext cx="110080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918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8F00A8-1F1B-BC05-D96A-C6861F1D7E7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9" name="Graphic 8" descr="Open quotation mark with solid fill">
            <a:extLst>
              <a:ext uri="{FF2B5EF4-FFF2-40B4-BE49-F238E27FC236}">
                <a16:creationId xmlns:a16="http://schemas.microsoft.com/office/drawing/2014/main" id="{37BAEFC4-A7A6-7FF3-1696-CC175F3CE7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5688" y="1412240"/>
            <a:ext cx="1054644" cy="1054644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885707" y="2173272"/>
            <a:ext cx="8420587" cy="251145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7B6B9A0-B3DE-FBE6-AD68-ECE372E24875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3398121" y="5537734"/>
            <a:ext cx="5395759" cy="222625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styles!</a:t>
            </a:r>
          </a:p>
        </p:txBody>
      </p: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160DDADB-2037-AAD6-BCAC-C315320D3B0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9499256" y="4401277"/>
            <a:ext cx="1054644" cy="1054644"/>
          </a:xfrm>
          <a:prstGeom prst="rect">
            <a:avLst/>
          </a:prstGeom>
        </p:spPr>
      </p:pic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0550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F1B061-678A-7A8E-4423-26E2BF399674}"/>
              </a:ext>
            </a:extLst>
          </p:cNvPr>
          <p:cNvSpPr/>
          <p:nvPr userDrawn="1"/>
        </p:nvSpPr>
        <p:spPr>
          <a:xfrm rot="5400000">
            <a:off x="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13707"/>
            <a:ext cx="3524738" cy="31393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976E85-1DD3-9EA9-0C27-1CDC76B0A8B0}"/>
              </a:ext>
            </a:extLst>
          </p:cNvPr>
          <p:cNvSpPr>
            <a:spLocks noGrp="1"/>
          </p:cNvSpPr>
          <p:nvPr>
            <p:ph type="body" sz="quarter" idx="32"/>
            <p:custDataLst>
              <p:tags r:id="rId3"/>
            </p:custDataLst>
          </p:nvPr>
        </p:nvSpPr>
        <p:spPr>
          <a:xfrm>
            <a:off x="4332288" y="1313706"/>
            <a:ext cx="7257096" cy="4971965"/>
          </a:xfrm>
        </p:spPr>
        <p:txBody>
          <a:bodyPr>
            <a:noAutofit/>
          </a:bodyPr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9612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 descr="Портфель со сплошной заливкой">
            <a:extLst>
              <a:ext uri="{FF2B5EF4-FFF2-40B4-BE49-F238E27FC236}">
                <a16:creationId xmlns:a16="http://schemas.microsoft.com/office/drawing/2014/main" id="{881BE5A8-3084-DAF6-419E-8188E2784A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F839E024-FBF6-D9B7-75E7-FD5D4C2AA14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F1D9706D-CD18-29CC-50F3-9F4BC8ADFC4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1374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C78C3DDD-916D-70F6-DE6F-D75DED6249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82C0452-B86B-DF88-DCEB-6364450FC65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9548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8963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0C34-94BD-41A1-853A-3D4D9615125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AA71-BC96-4BFB-BFFF-F965583F5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7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63" Type="http://schemas.openxmlformats.org/officeDocument/2006/relationships/slideLayout" Target="../slideLayouts/slideLayout74.xml"/><Relationship Id="rId68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66" Type="http://schemas.openxmlformats.org/officeDocument/2006/relationships/slideLayout" Target="../slideLayouts/slideLayout77.xml"/><Relationship Id="rId5" Type="http://schemas.openxmlformats.org/officeDocument/2006/relationships/slideLayout" Target="../slideLayouts/slideLayout16.xml"/><Relationship Id="rId61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64" Type="http://schemas.openxmlformats.org/officeDocument/2006/relationships/slideLayout" Target="../slideLayouts/slideLayout75.xml"/><Relationship Id="rId69" Type="http://schemas.openxmlformats.org/officeDocument/2006/relationships/tags" Target="../tags/tag1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70.xml"/><Relationship Id="rId67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73.xml"/><Relationship Id="rId70" Type="http://schemas.openxmlformats.org/officeDocument/2006/relationships/tags" Target="../tags/tag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65" Type="http://schemas.openxmlformats.org/officeDocument/2006/relationships/slideLayout" Target="../slideLayouts/slideLayout7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45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FE04F-F275-3896-53E1-44920A39A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4AE4D-9881-709F-D9BA-5E33BE44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BBCB-A0D5-ED07-9374-5AD8B08CDD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0D518-5D3D-4B4A-86A2-4EF3347A018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2E503-A538-8AB1-F5B3-27F1D6AFC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E0A8B-B92C-636B-9E7D-E261613B6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E2D36-A48A-4255-B1DE-5304A71AA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533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  <p:custDataLst>
              <p:tags r:id="rId69"/>
            </p:custDataLst>
          </p:nvPr>
        </p:nvSpPr>
        <p:spPr>
          <a:xfrm>
            <a:off x="597207" y="566333"/>
            <a:ext cx="1100741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  <p:custDataLst>
              <p:tags r:id="rId70"/>
            </p:custDataLst>
          </p:nvPr>
        </p:nvSpPr>
        <p:spPr>
          <a:xfrm>
            <a:off x="597207" y="1825625"/>
            <a:ext cx="1100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09F05A8-3E39-B0B1-3CD9-3F55B5F2E712}"/>
              </a:ext>
            </a:extLst>
          </p:cNvPr>
          <p:cNvSpPr txBox="1">
            <a:spLocks/>
          </p:cNvSpPr>
          <p:nvPr userDrawn="1"/>
        </p:nvSpPr>
        <p:spPr>
          <a:xfrm>
            <a:off x="11000187" y="572328"/>
            <a:ext cx="594606" cy="2000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6F24BE-8BEB-403A-BDCC-38E201D0662D}" type="slidenum">
              <a:rPr lang="en-ID" smtClean="0">
                <a:solidFill>
                  <a:schemeClr val="tx1">
                    <a:alpha val="35000"/>
                  </a:schemeClr>
                </a:solidFill>
              </a:rPr>
              <a:pPr/>
              <a:t>‹#›</a:t>
            </a:fld>
            <a:endParaRPr lang="en-ID" dirty="0">
              <a:solidFill>
                <a:schemeClr val="tx1">
                  <a:alpha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64" r:id="rId2"/>
    <p:sldLayoutId id="2147483875" r:id="rId3"/>
    <p:sldLayoutId id="2147483865" r:id="rId4"/>
    <p:sldLayoutId id="2147483876" r:id="rId5"/>
    <p:sldLayoutId id="2147483877" r:id="rId6"/>
    <p:sldLayoutId id="2147483870" r:id="rId7"/>
    <p:sldLayoutId id="2147483868" r:id="rId8"/>
    <p:sldLayoutId id="2147483938" r:id="rId9"/>
    <p:sldLayoutId id="2147483874" r:id="rId10"/>
    <p:sldLayoutId id="2147483878" r:id="rId11"/>
    <p:sldLayoutId id="2147483879" r:id="rId12"/>
    <p:sldLayoutId id="2147483853" r:id="rId13"/>
    <p:sldLayoutId id="2147483854" r:id="rId14"/>
    <p:sldLayoutId id="2147483880" r:id="rId15"/>
    <p:sldLayoutId id="2147483881" r:id="rId16"/>
    <p:sldLayoutId id="2147483858" r:id="rId17"/>
    <p:sldLayoutId id="2147483882" r:id="rId18"/>
    <p:sldLayoutId id="2147483883" r:id="rId19"/>
    <p:sldLayoutId id="2147483860" r:id="rId20"/>
    <p:sldLayoutId id="2147483862" r:id="rId21"/>
    <p:sldLayoutId id="2147483886" r:id="rId22"/>
    <p:sldLayoutId id="2147483887" r:id="rId23"/>
    <p:sldLayoutId id="2147483888" r:id="rId24"/>
    <p:sldLayoutId id="2147483890" r:id="rId25"/>
    <p:sldLayoutId id="2147483929" r:id="rId26"/>
    <p:sldLayoutId id="2147483930" r:id="rId27"/>
    <p:sldLayoutId id="2147483931" r:id="rId28"/>
    <p:sldLayoutId id="2147483932" r:id="rId29"/>
    <p:sldLayoutId id="2147483933" r:id="rId30"/>
    <p:sldLayoutId id="2147483934" r:id="rId31"/>
    <p:sldLayoutId id="2147483935" r:id="rId32"/>
    <p:sldLayoutId id="2147483936" r:id="rId33"/>
    <p:sldLayoutId id="2147483937" r:id="rId34"/>
    <p:sldLayoutId id="2147483901" r:id="rId35"/>
    <p:sldLayoutId id="2147483902" r:id="rId36"/>
    <p:sldLayoutId id="2147483903" r:id="rId37"/>
    <p:sldLayoutId id="2147483905" r:id="rId38"/>
    <p:sldLayoutId id="2147483906" r:id="rId39"/>
    <p:sldLayoutId id="2147483907" r:id="rId40"/>
    <p:sldLayoutId id="2147483908" r:id="rId41"/>
    <p:sldLayoutId id="2147483909" r:id="rId42"/>
    <p:sldLayoutId id="2147483910" r:id="rId43"/>
    <p:sldLayoutId id="2147483911" r:id="rId44"/>
    <p:sldLayoutId id="2147483912" r:id="rId45"/>
    <p:sldLayoutId id="2147483913" r:id="rId46"/>
    <p:sldLayoutId id="2147483914" r:id="rId47"/>
    <p:sldLayoutId id="2147483915" r:id="rId48"/>
    <p:sldLayoutId id="2147483916" r:id="rId49"/>
    <p:sldLayoutId id="2147483917" r:id="rId50"/>
    <p:sldLayoutId id="2147483919" r:id="rId51"/>
    <p:sldLayoutId id="2147483920" r:id="rId52"/>
    <p:sldLayoutId id="2147483921" r:id="rId53"/>
    <p:sldLayoutId id="2147483922" r:id="rId54"/>
    <p:sldLayoutId id="2147483923" r:id="rId55"/>
    <p:sldLayoutId id="2147483928" r:id="rId56"/>
    <p:sldLayoutId id="2147483939" r:id="rId57"/>
    <p:sldLayoutId id="2147483940" r:id="rId58"/>
    <p:sldLayoutId id="2147483941" r:id="rId59"/>
    <p:sldLayoutId id="2147483942" r:id="rId60"/>
    <p:sldLayoutId id="2147483943" r:id="rId61"/>
    <p:sldLayoutId id="2147483944" r:id="rId62"/>
    <p:sldLayoutId id="2147483945" r:id="rId63"/>
    <p:sldLayoutId id="2147483825" r:id="rId64"/>
    <p:sldLayoutId id="2147483826" r:id="rId65"/>
    <p:sldLayoutId id="2147483946" r:id="rId66"/>
    <p:sldLayoutId id="2147483947" r:id="rId6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68" userDrawn="1">
          <p15:clr>
            <a:srgbClr val="F26B43"/>
          </p15:clr>
        </p15:guide>
        <p15:guide id="6" orient="horz" pos="3952" userDrawn="1">
          <p15:clr>
            <a:srgbClr val="F26B43"/>
          </p15:clr>
        </p15:guide>
        <p15:guide id="12" pos="2003" userDrawn="1">
          <p15:clr>
            <a:srgbClr val="A4A3A4"/>
          </p15:clr>
        </p15:guide>
        <p15:guide id="13" pos="2139" userDrawn="1">
          <p15:clr>
            <a:srgbClr val="A4A3A4"/>
          </p15:clr>
        </p15:guide>
        <p15:guide id="14" pos="5541" userDrawn="1">
          <p15:clr>
            <a:srgbClr val="A4A3A4"/>
          </p15:clr>
        </p15:guide>
        <p15:guide id="15" pos="5677" userDrawn="1">
          <p15:clr>
            <a:srgbClr val="A4A3A4"/>
          </p15:clr>
        </p15:guide>
        <p15:guide id="16" pos="3772" userDrawn="1">
          <p15:clr>
            <a:srgbClr val="A4A3A4"/>
          </p15:clr>
        </p15:guide>
        <p15:guide id="17" pos="3908" userDrawn="1">
          <p15:clr>
            <a:srgbClr val="A4A3A4"/>
          </p15:clr>
        </p15:guide>
        <p15:guide id="18" pos="2593" userDrawn="1">
          <p15:clr>
            <a:srgbClr val="9FCC3B"/>
          </p15:clr>
        </p15:guide>
        <p15:guide id="19" pos="2729" userDrawn="1">
          <p15:clr>
            <a:srgbClr val="9FCC3B"/>
          </p15:clr>
        </p15:guide>
        <p15:guide id="20" pos="4951" userDrawn="1">
          <p15:clr>
            <a:srgbClr val="9FCC3B"/>
          </p15:clr>
        </p15:guide>
        <p15:guide id="21" pos="5087" userDrawn="1">
          <p15:clr>
            <a:srgbClr val="9FCC3B"/>
          </p15:clr>
        </p15:guide>
        <p15:guide id="22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svg"/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12" Type="http://schemas.openxmlformats.org/officeDocument/2006/relationships/image" Target="../media/image50.png"/><Relationship Id="rId17" Type="http://schemas.openxmlformats.org/officeDocument/2006/relationships/image" Target="../media/image55.sv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44.png"/><Relationship Id="rId11" Type="http://schemas.openxmlformats.org/officeDocument/2006/relationships/image" Target="../media/image49.svg"/><Relationship Id="rId5" Type="http://schemas.openxmlformats.org/officeDocument/2006/relationships/image" Target="../media/image43.svg"/><Relationship Id="rId15" Type="http://schemas.openxmlformats.org/officeDocument/2006/relationships/image" Target="../media/image53.sv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svg"/><Relationship Id="rId14" Type="http://schemas.openxmlformats.org/officeDocument/2006/relationships/image" Target="../media/image5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6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Relationship Id="rId9" Type="http://schemas.openxmlformats.org/officeDocument/2006/relationships/image" Target="../media/image6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A5BCBC5-BE5A-9218-9325-7241E2B0B801}"/>
              </a:ext>
            </a:extLst>
          </p:cNvPr>
          <p:cNvSpPr/>
          <p:nvPr/>
        </p:nvSpPr>
        <p:spPr>
          <a:xfrm>
            <a:off x="6455873" y="1340590"/>
            <a:ext cx="4059530" cy="10544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2B4674D-A433-BE11-62A8-0E5D37B594F9}"/>
              </a:ext>
            </a:extLst>
          </p:cNvPr>
          <p:cNvSpPr/>
          <p:nvPr/>
        </p:nvSpPr>
        <p:spPr>
          <a:xfrm>
            <a:off x="6302546" y="1352814"/>
            <a:ext cx="4059530" cy="1030024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rgbClr val="F9F9F9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4612B2-764F-6D0A-F78C-C7ECE6269C86}"/>
              </a:ext>
            </a:extLst>
          </p:cNvPr>
          <p:cNvSpPr txBox="1"/>
          <p:nvPr/>
        </p:nvSpPr>
        <p:spPr>
          <a:xfrm>
            <a:off x="6632457" y="1556105"/>
            <a:ext cx="718878" cy="6176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01</a:t>
            </a:r>
            <a:endParaRPr lang="en-IN" sz="3600" b="1" dirty="0">
              <a:solidFill>
                <a:schemeClr val="accent1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1CEC79D-9A9C-FB05-A2FB-C0A964B42197}"/>
              </a:ext>
            </a:extLst>
          </p:cNvPr>
          <p:cNvGrpSpPr/>
          <p:nvPr/>
        </p:nvGrpSpPr>
        <p:grpSpPr>
          <a:xfrm>
            <a:off x="7581321" y="1514195"/>
            <a:ext cx="2343640" cy="711877"/>
            <a:chOff x="7136857" y="1706135"/>
            <a:chExt cx="2386284" cy="72483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8836CC6-6A93-3613-37A7-22047C6D42F5}"/>
                </a:ext>
              </a:extLst>
            </p:cNvPr>
            <p:cNvSpPr txBox="1"/>
            <p:nvPr/>
          </p:nvSpPr>
          <p:spPr>
            <a:xfrm>
              <a:off x="7136857" y="1706135"/>
              <a:ext cx="2386284" cy="25485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IN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Segoe UI Black" panose="020B0A02040204020203" pitchFamily="34" charset="0"/>
                </a:rPr>
                <a:t>Placeholder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5D2E885-2F26-16B2-9272-B7CB303A941E}"/>
                </a:ext>
              </a:extLst>
            </p:cNvPr>
            <p:cNvSpPr txBox="1"/>
            <p:nvPr/>
          </p:nvSpPr>
          <p:spPr>
            <a:xfrm>
              <a:off x="7136857" y="2023834"/>
              <a:ext cx="2386284" cy="4071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47A2829-C331-9C46-2EF5-242F63F43349}"/>
              </a:ext>
            </a:extLst>
          </p:cNvPr>
          <p:cNvSpPr/>
          <p:nvPr/>
        </p:nvSpPr>
        <p:spPr>
          <a:xfrm>
            <a:off x="7007220" y="2606234"/>
            <a:ext cx="4059530" cy="105447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A285EEA-B136-5986-BEAC-0516B2600C00}"/>
              </a:ext>
            </a:extLst>
          </p:cNvPr>
          <p:cNvSpPr/>
          <p:nvPr/>
        </p:nvSpPr>
        <p:spPr>
          <a:xfrm>
            <a:off x="6853938" y="2618458"/>
            <a:ext cx="4059530" cy="103002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9F9F9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392EC8-5179-57CE-30BA-9424C8BB37FB}"/>
              </a:ext>
            </a:extLst>
          </p:cNvPr>
          <p:cNvSpPr txBox="1"/>
          <p:nvPr/>
        </p:nvSpPr>
        <p:spPr>
          <a:xfrm>
            <a:off x="7191006" y="2821749"/>
            <a:ext cx="718878" cy="6176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</a:rPr>
              <a:t>02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31D7978-1DB9-5D29-9087-61213A47E6C2}"/>
              </a:ext>
            </a:extLst>
          </p:cNvPr>
          <p:cNvGrpSpPr/>
          <p:nvPr/>
        </p:nvGrpSpPr>
        <p:grpSpPr>
          <a:xfrm>
            <a:off x="8128918" y="2785587"/>
            <a:ext cx="2343640" cy="711877"/>
            <a:chOff x="7136857" y="1706135"/>
            <a:chExt cx="2386284" cy="724830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9574E-2F64-3B7E-03F2-9B700AAD1256}"/>
                </a:ext>
              </a:extLst>
            </p:cNvPr>
            <p:cNvSpPr txBox="1"/>
            <p:nvPr/>
          </p:nvSpPr>
          <p:spPr>
            <a:xfrm>
              <a:off x="7136857" y="1706135"/>
              <a:ext cx="2386284" cy="25485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IN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Segoe UI Black" panose="020B0A02040204020203" pitchFamily="34" charset="0"/>
                </a:rPr>
                <a:t>Placeholder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0FD6058-E851-0AA4-F6D9-D81F4F99682B}"/>
                </a:ext>
              </a:extLst>
            </p:cNvPr>
            <p:cNvSpPr txBox="1"/>
            <p:nvPr/>
          </p:nvSpPr>
          <p:spPr>
            <a:xfrm>
              <a:off x="7136857" y="2023834"/>
              <a:ext cx="2386284" cy="4071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</p:grp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0219007-B46D-77F3-A93E-3C10A7422DF3}"/>
              </a:ext>
            </a:extLst>
          </p:cNvPr>
          <p:cNvSpPr/>
          <p:nvPr/>
        </p:nvSpPr>
        <p:spPr>
          <a:xfrm>
            <a:off x="7007220" y="3871879"/>
            <a:ext cx="4059530" cy="105447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753567B-D40E-817A-AE6A-84A7FC9B89AE}"/>
              </a:ext>
            </a:extLst>
          </p:cNvPr>
          <p:cNvSpPr/>
          <p:nvPr/>
        </p:nvSpPr>
        <p:spPr>
          <a:xfrm>
            <a:off x="6853938" y="3884103"/>
            <a:ext cx="4059530" cy="103002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9F9F9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0F6E57-818D-729E-10BB-0A340AAA90E1}"/>
              </a:ext>
            </a:extLst>
          </p:cNvPr>
          <p:cNvSpPr txBox="1"/>
          <p:nvPr/>
        </p:nvSpPr>
        <p:spPr>
          <a:xfrm>
            <a:off x="7191006" y="4087394"/>
            <a:ext cx="718878" cy="6176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600" b="1" dirty="0">
                <a:solidFill>
                  <a:schemeClr val="accent3"/>
                </a:solidFill>
              </a:rPr>
              <a:t>03</a:t>
            </a:r>
            <a:endParaRPr lang="en-IN" sz="3600" b="1" dirty="0">
              <a:solidFill>
                <a:schemeClr val="accent3"/>
              </a:solidFill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1B9F642-EA84-D521-3512-2AFA93C8C809}"/>
              </a:ext>
            </a:extLst>
          </p:cNvPr>
          <p:cNvGrpSpPr/>
          <p:nvPr/>
        </p:nvGrpSpPr>
        <p:grpSpPr>
          <a:xfrm>
            <a:off x="8128918" y="4042541"/>
            <a:ext cx="2343640" cy="722829"/>
            <a:chOff x="7136857" y="1694984"/>
            <a:chExt cx="2386284" cy="735981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77DFF9B-35FE-CA8C-29A7-C79F47C29F6A}"/>
                </a:ext>
              </a:extLst>
            </p:cNvPr>
            <p:cNvSpPr txBox="1"/>
            <p:nvPr/>
          </p:nvSpPr>
          <p:spPr>
            <a:xfrm>
              <a:off x="7136857" y="1694984"/>
              <a:ext cx="2386284" cy="25485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IN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Segoe UI Black" panose="020B0A02040204020203" pitchFamily="34" charset="0"/>
                </a:rPr>
                <a:t>Placeholder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1652AC3-F52A-0903-899D-B0FBE0BB642B}"/>
                </a:ext>
              </a:extLst>
            </p:cNvPr>
            <p:cNvSpPr txBox="1"/>
            <p:nvPr/>
          </p:nvSpPr>
          <p:spPr>
            <a:xfrm>
              <a:off x="7136857" y="2023834"/>
              <a:ext cx="2386284" cy="4071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F40F8C2-6F2D-E64A-5696-50E3BBC4B51A}"/>
              </a:ext>
            </a:extLst>
          </p:cNvPr>
          <p:cNvSpPr/>
          <p:nvPr/>
        </p:nvSpPr>
        <p:spPr>
          <a:xfrm>
            <a:off x="6455873" y="5137522"/>
            <a:ext cx="4059530" cy="105447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34154B9-DB2C-6B2F-7B15-22745254B5D6}"/>
              </a:ext>
            </a:extLst>
          </p:cNvPr>
          <p:cNvSpPr/>
          <p:nvPr/>
        </p:nvSpPr>
        <p:spPr>
          <a:xfrm>
            <a:off x="6302546" y="5149746"/>
            <a:ext cx="4059530" cy="103002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9F9F9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5CE905-78D9-7471-3AAD-8C2733EEF873}"/>
              </a:ext>
            </a:extLst>
          </p:cNvPr>
          <p:cNvSpPr txBox="1"/>
          <p:nvPr/>
        </p:nvSpPr>
        <p:spPr>
          <a:xfrm>
            <a:off x="6632457" y="5356427"/>
            <a:ext cx="718878" cy="6176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600" b="1" dirty="0">
                <a:solidFill>
                  <a:schemeClr val="accent4"/>
                </a:solidFill>
              </a:rPr>
              <a:t>04</a:t>
            </a:r>
            <a:endParaRPr lang="en-IN" sz="3600" b="1" dirty="0">
              <a:solidFill>
                <a:schemeClr val="accent4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4648106-5061-7D40-B556-0195758DF81E}"/>
              </a:ext>
            </a:extLst>
          </p:cNvPr>
          <p:cNvGrpSpPr/>
          <p:nvPr/>
        </p:nvGrpSpPr>
        <p:grpSpPr>
          <a:xfrm>
            <a:off x="7581321" y="5314517"/>
            <a:ext cx="2343640" cy="722829"/>
            <a:chOff x="7136857" y="1694984"/>
            <a:chExt cx="2386284" cy="735981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33EB441-5FF0-1758-C25E-B4DEB45BE677}"/>
                </a:ext>
              </a:extLst>
            </p:cNvPr>
            <p:cNvSpPr txBox="1"/>
            <p:nvPr/>
          </p:nvSpPr>
          <p:spPr>
            <a:xfrm>
              <a:off x="7136857" y="1694984"/>
              <a:ext cx="2386284" cy="25485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IN" b="1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Segoe UI Black" panose="020B0A02040204020203" pitchFamily="34" charset="0"/>
                </a:rPr>
                <a:t>Placeholder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2F9DEA1-1153-10E8-CEA6-3DE0754E78E5}"/>
                </a:ext>
              </a:extLst>
            </p:cNvPr>
            <p:cNvSpPr txBox="1"/>
            <p:nvPr/>
          </p:nvSpPr>
          <p:spPr>
            <a:xfrm>
              <a:off x="7136857" y="2023834"/>
              <a:ext cx="2386284" cy="4071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92659F8-7D5B-BBBC-F885-AF264310F5C3}"/>
              </a:ext>
            </a:extLst>
          </p:cNvPr>
          <p:cNvSpPr/>
          <p:nvPr/>
        </p:nvSpPr>
        <p:spPr>
          <a:xfrm>
            <a:off x="1232569" y="2475077"/>
            <a:ext cx="2888520" cy="2888516"/>
          </a:xfrm>
          <a:custGeom>
            <a:avLst/>
            <a:gdLst>
              <a:gd name="connsiteX0" fmla="*/ 2646471 w 2646471"/>
              <a:gd name="connsiteY0" fmla="*/ 1323236 h 2646471"/>
              <a:gd name="connsiteX1" fmla="*/ 1323236 w 2646471"/>
              <a:gd name="connsiteY1" fmla="*/ 2646471 h 2646471"/>
              <a:gd name="connsiteX2" fmla="*/ 0 w 2646471"/>
              <a:gd name="connsiteY2" fmla="*/ 1323236 h 2646471"/>
              <a:gd name="connsiteX3" fmla="*/ 1323236 w 2646471"/>
              <a:gd name="connsiteY3" fmla="*/ 0 h 2646471"/>
              <a:gd name="connsiteX4" fmla="*/ 2646471 w 2646471"/>
              <a:gd name="connsiteY4" fmla="*/ 1323236 h 2646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6471" h="2646471">
                <a:moveTo>
                  <a:pt x="2646471" y="1323236"/>
                </a:moveTo>
                <a:cubicBezTo>
                  <a:pt x="2646471" y="2054039"/>
                  <a:pt x="2054038" y="2646471"/>
                  <a:pt x="1323236" y="2646471"/>
                </a:cubicBezTo>
                <a:cubicBezTo>
                  <a:pt x="592433" y="2646471"/>
                  <a:pt x="0" y="2054039"/>
                  <a:pt x="0" y="1323236"/>
                </a:cubicBezTo>
                <a:cubicBezTo>
                  <a:pt x="0" y="592433"/>
                  <a:pt x="592433" y="0"/>
                  <a:pt x="1323236" y="0"/>
                </a:cubicBezTo>
                <a:cubicBezTo>
                  <a:pt x="2054038" y="0"/>
                  <a:pt x="2646471" y="592433"/>
                  <a:pt x="2646471" y="1323236"/>
                </a:cubicBezTo>
                <a:close/>
              </a:path>
            </a:pathLst>
          </a:custGeom>
          <a:solidFill>
            <a:schemeClr val="tx1">
              <a:alpha val="41000"/>
            </a:schemeClr>
          </a:solidFill>
          <a:ln w="12872" cap="flat">
            <a:noFill/>
            <a:prstDash val="solid"/>
            <a:miter/>
          </a:ln>
          <a:effectLst>
            <a:softEdge rad="317500"/>
          </a:effectLst>
        </p:spPr>
        <p:txBody>
          <a:bodyPr rtlCol="0" anchor="ctr"/>
          <a:lstStyle/>
          <a:p>
            <a:endParaRPr lang="en-IN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050942D-5292-338A-B442-DC75F7C4383E}"/>
              </a:ext>
            </a:extLst>
          </p:cNvPr>
          <p:cNvGrpSpPr/>
          <p:nvPr/>
        </p:nvGrpSpPr>
        <p:grpSpPr>
          <a:xfrm>
            <a:off x="1125251" y="2246697"/>
            <a:ext cx="1520721" cy="3048492"/>
            <a:chOff x="1646768" y="2333766"/>
            <a:chExt cx="1452303" cy="291134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38F9C0D-F10C-C132-BB0C-6E093B64D23D}"/>
                </a:ext>
              </a:extLst>
            </p:cNvPr>
            <p:cNvSpPr/>
            <p:nvPr/>
          </p:nvSpPr>
          <p:spPr>
            <a:xfrm>
              <a:off x="2064509" y="3775591"/>
              <a:ext cx="1034437" cy="1469516"/>
            </a:xfrm>
            <a:custGeom>
              <a:avLst/>
              <a:gdLst>
                <a:gd name="connsiteX0" fmla="*/ 0 w 1068405"/>
                <a:gd name="connsiteY0" fmla="*/ 1068277 h 1517772"/>
                <a:gd name="connsiteX1" fmla="*/ 1068405 w 1068405"/>
                <a:gd name="connsiteY1" fmla="*/ 1517772 h 1517772"/>
                <a:gd name="connsiteX2" fmla="*/ 1068405 w 1068405"/>
                <a:gd name="connsiteY2" fmla="*/ 0 h 1517772"/>
                <a:gd name="connsiteX3" fmla="*/ 0 w 1068405"/>
                <a:gd name="connsiteY3" fmla="*/ 1068405 h 151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8405" h="1517772">
                  <a:moveTo>
                    <a:pt x="0" y="1068277"/>
                  </a:moveTo>
                  <a:cubicBezTo>
                    <a:pt x="271965" y="1344880"/>
                    <a:pt x="650087" y="1516742"/>
                    <a:pt x="1068405" y="1517772"/>
                  </a:cubicBezTo>
                  <a:lnTo>
                    <a:pt x="1068405" y="0"/>
                  </a:lnTo>
                  <a:lnTo>
                    <a:pt x="0" y="1068405"/>
                  </a:lnTo>
                  <a:close/>
                </a:path>
              </a:pathLst>
            </a:custGeom>
            <a:solidFill>
              <a:srgbClr val="6656A5"/>
            </a:solidFill>
            <a:ln w="128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264955-A08E-4A9D-FC0D-B89511AD6329}"/>
                </a:ext>
              </a:extLst>
            </p:cNvPr>
            <p:cNvSpPr/>
            <p:nvPr/>
          </p:nvSpPr>
          <p:spPr>
            <a:xfrm>
              <a:off x="2078605" y="2333766"/>
              <a:ext cx="1020466" cy="1440702"/>
            </a:xfrm>
            <a:custGeom>
              <a:avLst/>
              <a:gdLst>
                <a:gd name="connsiteX0" fmla="*/ 1053847 w 1053976"/>
                <a:gd name="connsiteY0" fmla="*/ 1487883 h 1488011"/>
                <a:gd name="connsiteX1" fmla="*/ 1053847 w 1053976"/>
                <a:gd name="connsiteY1" fmla="*/ 0 h 1488011"/>
                <a:gd name="connsiteX2" fmla="*/ 0 w 1053976"/>
                <a:gd name="connsiteY2" fmla="*/ 434938 h 1488011"/>
                <a:gd name="connsiteX3" fmla="*/ 1053075 w 1053976"/>
                <a:gd name="connsiteY3" fmla="*/ 1488012 h 1488011"/>
                <a:gd name="connsiteX4" fmla="*/ 1053976 w 1053976"/>
                <a:gd name="connsiteY4" fmla="*/ 1488012 h 1488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3976" h="1488011">
                  <a:moveTo>
                    <a:pt x="1053847" y="1487883"/>
                  </a:moveTo>
                  <a:lnTo>
                    <a:pt x="1053847" y="0"/>
                  </a:lnTo>
                  <a:cubicBezTo>
                    <a:pt x="642873" y="1031"/>
                    <a:pt x="270805" y="166838"/>
                    <a:pt x="0" y="434938"/>
                  </a:cubicBezTo>
                  <a:lnTo>
                    <a:pt x="1053075" y="1488012"/>
                  </a:lnTo>
                  <a:lnTo>
                    <a:pt x="1053976" y="1488012"/>
                  </a:lnTo>
                  <a:close/>
                </a:path>
              </a:pathLst>
            </a:custGeom>
            <a:solidFill>
              <a:srgbClr val="7ECAEC"/>
            </a:solidFill>
            <a:ln w="128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82FC96D-44C0-DEB0-7F09-2B020F1F2472}"/>
                </a:ext>
              </a:extLst>
            </p:cNvPr>
            <p:cNvSpPr/>
            <p:nvPr/>
          </p:nvSpPr>
          <p:spPr>
            <a:xfrm>
              <a:off x="1647017" y="2754750"/>
              <a:ext cx="1451056" cy="1019593"/>
            </a:xfrm>
            <a:custGeom>
              <a:avLst/>
              <a:gdLst>
                <a:gd name="connsiteX0" fmla="*/ 445631 w 1498705"/>
                <a:gd name="connsiteY0" fmla="*/ 0 h 1053074"/>
                <a:gd name="connsiteX1" fmla="*/ 0 w 1498705"/>
                <a:gd name="connsiteY1" fmla="*/ 1053075 h 1053074"/>
                <a:gd name="connsiteX2" fmla="*/ 1498705 w 1498705"/>
                <a:gd name="connsiteY2" fmla="*/ 1053075 h 1053074"/>
                <a:gd name="connsiteX3" fmla="*/ 445631 w 1498705"/>
                <a:gd name="connsiteY3" fmla="*/ 0 h 105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8705" h="1053074">
                  <a:moveTo>
                    <a:pt x="445631" y="0"/>
                  </a:moveTo>
                  <a:cubicBezTo>
                    <a:pt x="173795" y="269130"/>
                    <a:pt x="4123" y="641198"/>
                    <a:pt x="0" y="1053075"/>
                  </a:cubicBezTo>
                  <a:lnTo>
                    <a:pt x="1498705" y="1053075"/>
                  </a:lnTo>
                  <a:lnTo>
                    <a:pt x="445631" y="0"/>
                  </a:lnTo>
                  <a:close/>
                </a:path>
              </a:pathLst>
            </a:custGeom>
            <a:solidFill>
              <a:srgbClr val="4B93CC"/>
            </a:solidFill>
            <a:ln w="128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2C22BD0-5696-069E-8A56-2CE75517CEF0}"/>
                </a:ext>
              </a:extLst>
            </p:cNvPr>
            <p:cNvSpPr/>
            <p:nvPr/>
          </p:nvSpPr>
          <p:spPr>
            <a:xfrm>
              <a:off x="1646768" y="3774219"/>
              <a:ext cx="1452178" cy="1035683"/>
            </a:xfrm>
            <a:custGeom>
              <a:avLst/>
              <a:gdLst>
                <a:gd name="connsiteX0" fmla="*/ 1499865 w 1499864"/>
                <a:gd name="connsiteY0" fmla="*/ 902 h 1069693"/>
                <a:gd name="connsiteX1" fmla="*/ 1498963 w 1499864"/>
                <a:gd name="connsiteY1" fmla="*/ 0 h 1069693"/>
                <a:gd name="connsiteX2" fmla="*/ 258 w 1499864"/>
                <a:gd name="connsiteY2" fmla="*/ 0 h 1069693"/>
                <a:gd name="connsiteX3" fmla="*/ 0 w 1499864"/>
                <a:gd name="connsiteY3" fmla="*/ 15589 h 1069693"/>
                <a:gd name="connsiteX4" fmla="*/ 431459 w 1499864"/>
                <a:gd name="connsiteY4" fmla="*/ 1069694 h 1069693"/>
                <a:gd name="connsiteX5" fmla="*/ 1499865 w 1499864"/>
                <a:gd name="connsiteY5" fmla="*/ 1288 h 1069693"/>
                <a:gd name="connsiteX6" fmla="*/ 1499865 w 1499864"/>
                <a:gd name="connsiteY6" fmla="*/ 902 h 1069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9864" h="1069693">
                  <a:moveTo>
                    <a:pt x="1499865" y="902"/>
                  </a:moveTo>
                  <a:lnTo>
                    <a:pt x="1498963" y="0"/>
                  </a:lnTo>
                  <a:lnTo>
                    <a:pt x="258" y="0"/>
                  </a:lnTo>
                  <a:cubicBezTo>
                    <a:pt x="258" y="5153"/>
                    <a:pt x="0" y="10436"/>
                    <a:pt x="0" y="15589"/>
                  </a:cubicBezTo>
                  <a:cubicBezTo>
                    <a:pt x="0" y="426177"/>
                    <a:pt x="164648" y="798373"/>
                    <a:pt x="431459" y="1069694"/>
                  </a:cubicBezTo>
                  <a:lnTo>
                    <a:pt x="1499865" y="1288"/>
                  </a:lnTo>
                  <a:lnTo>
                    <a:pt x="1499865" y="902"/>
                  </a:lnTo>
                  <a:close/>
                </a:path>
              </a:pathLst>
            </a:custGeom>
            <a:solidFill>
              <a:srgbClr val="726BB2"/>
            </a:solidFill>
            <a:ln w="128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0EB0B61-3094-58CE-3250-7ABFCD5B2E1F}"/>
              </a:ext>
            </a:extLst>
          </p:cNvPr>
          <p:cNvSpPr/>
          <p:nvPr/>
        </p:nvSpPr>
        <p:spPr>
          <a:xfrm>
            <a:off x="1391358" y="2512674"/>
            <a:ext cx="2516541" cy="2516540"/>
          </a:xfrm>
          <a:custGeom>
            <a:avLst/>
            <a:gdLst>
              <a:gd name="connsiteX0" fmla="*/ 2646471 w 2646471"/>
              <a:gd name="connsiteY0" fmla="*/ 1323236 h 2646471"/>
              <a:gd name="connsiteX1" fmla="*/ 1323236 w 2646471"/>
              <a:gd name="connsiteY1" fmla="*/ 2646471 h 2646471"/>
              <a:gd name="connsiteX2" fmla="*/ 0 w 2646471"/>
              <a:gd name="connsiteY2" fmla="*/ 1323236 h 2646471"/>
              <a:gd name="connsiteX3" fmla="*/ 1323236 w 2646471"/>
              <a:gd name="connsiteY3" fmla="*/ 0 h 2646471"/>
              <a:gd name="connsiteX4" fmla="*/ 2646471 w 2646471"/>
              <a:gd name="connsiteY4" fmla="*/ 1323236 h 2646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6471" h="2646471">
                <a:moveTo>
                  <a:pt x="2646471" y="1323236"/>
                </a:moveTo>
                <a:cubicBezTo>
                  <a:pt x="2646471" y="2054039"/>
                  <a:pt x="2054038" y="2646471"/>
                  <a:pt x="1323236" y="2646471"/>
                </a:cubicBezTo>
                <a:cubicBezTo>
                  <a:pt x="592433" y="2646471"/>
                  <a:pt x="0" y="2054039"/>
                  <a:pt x="0" y="1323236"/>
                </a:cubicBezTo>
                <a:cubicBezTo>
                  <a:pt x="0" y="592433"/>
                  <a:pt x="592433" y="0"/>
                  <a:pt x="1323236" y="0"/>
                </a:cubicBezTo>
                <a:cubicBezTo>
                  <a:pt x="2054038" y="0"/>
                  <a:pt x="2646471" y="592433"/>
                  <a:pt x="2646471" y="1323236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 w="285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EE155D1-6B30-E107-2B5F-0EFDBDD3B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8305" y="1196752"/>
            <a:ext cx="2333935" cy="5148382"/>
          </a:xfrm>
          <a:prstGeom prst="rect">
            <a:avLst/>
          </a:prstGeom>
        </p:spPr>
      </p:pic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046C8B5-6A76-9986-2A2B-0AF5B3C528B2}"/>
              </a:ext>
            </a:extLst>
          </p:cNvPr>
          <p:cNvGrpSpPr/>
          <p:nvPr/>
        </p:nvGrpSpPr>
        <p:grpSpPr>
          <a:xfrm>
            <a:off x="3945004" y="1797847"/>
            <a:ext cx="769393" cy="776728"/>
            <a:chOff x="4229348" y="2140623"/>
            <a:chExt cx="591423" cy="597063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C563810E-B894-8250-AF88-0E5C2904C1D1}"/>
                </a:ext>
              </a:extLst>
            </p:cNvPr>
            <p:cNvSpPr/>
            <p:nvPr/>
          </p:nvSpPr>
          <p:spPr>
            <a:xfrm>
              <a:off x="4274657" y="2191572"/>
              <a:ext cx="546114" cy="54611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9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9BE905AD-AC95-A98F-7257-9BD2BC924808}"/>
                </a:ext>
              </a:extLst>
            </p:cNvPr>
            <p:cNvGrpSpPr/>
            <p:nvPr/>
          </p:nvGrpSpPr>
          <p:grpSpPr>
            <a:xfrm>
              <a:off x="4261509" y="2175062"/>
              <a:ext cx="458110" cy="458110"/>
              <a:chOff x="4253450" y="2167003"/>
              <a:chExt cx="474228" cy="474228"/>
            </a:xfrm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1D71F380-D70E-0462-4741-2AEE357A4370}"/>
                  </a:ext>
                </a:extLst>
              </p:cNvPr>
              <p:cNvSpPr/>
              <p:nvPr/>
            </p:nvSpPr>
            <p:spPr>
              <a:xfrm>
                <a:off x="4253450" y="2167003"/>
                <a:ext cx="474228" cy="474228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F46A4503-0411-154E-B5A6-E875B917E2D7}"/>
                  </a:ext>
                </a:extLst>
              </p:cNvPr>
              <p:cNvSpPr/>
              <p:nvPr/>
            </p:nvSpPr>
            <p:spPr>
              <a:xfrm>
                <a:off x="4289047" y="2202600"/>
                <a:ext cx="403033" cy="40303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5008B998-1BBB-5FFC-C657-F77FBE205E1C}"/>
                </a:ext>
              </a:extLst>
            </p:cNvPr>
            <p:cNvSpPr/>
            <p:nvPr/>
          </p:nvSpPr>
          <p:spPr>
            <a:xfrm>
              <a:off x="4229348" y="2140623"/>
              <a:ext cx="522432" cy="52243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F92148F-74BA-3CBA-DA35-2C2A4ED43FB1}"/>
              </a:ext>
            </a:extLst>
          </p:cNvPr>
          <p:cNvGrpSpPr/>
          <p:nvPr/>
        </p:nvGrpSpPr>
        <p:grpSpPr>
          <a:xfrm>
            <a:off x="4543164" y="2882238"/>
            <a:ext cx="769393" cy="776728"/>
            <a:chOff x="4229348" y="2140623"/>
            <a:chExt cx="591423" cy="597063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1E3D19C0-4375-CB35-39A5-448416DDEC27}"/>
                </a:ext>
              </a:extLst>
            </p:cNvPr>
            <p:cNvSpPr/>
            <p:nvPr/>
          </p:nvSpPr>
          <p:spPr>
            <a:xfrm>
              <a:off x="4274657" y="2191572"/>
              <a:ext cx="546114" cy="54611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9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1A178BE6-9786-3E5E-B7DF-7E47DC8F8136}"/>
                </a:ext>
              </a:extLst>
            </p:cNvPr>
            <p:cNvGrpSpPr/>
            <p:nvPr/>
          </p:nvGrpSpPr>
          <p:grpSpPr>
            <a:xfrm>
              <a:off x="4261509" y="2175062"/>
              <a:ext cx="458110" cy="458110"/>
              <a:chOff x="4253450" y="2167003"/>
              <a:chExt cx="474228" cy="474228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414F699A-B8CF-5B1C-EEDD-C2021B66FCF5}"/>
                  </a:ext>
                </a:extLst>
              </p:cNvPr>
              <p:cNvSpPr/>
              <p:nvPr/>
            </p:nvSpPr>
            <p:spPr>
              <a:xfrm>
                <a:off x="4253450" y="2167003"/>
                <a:ext cx="474228" cy="474228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7BA64802-CD11-BE37-2CA9-ED3DB95F49BF}"/>
                  </a:ext>
                </a:extLst>
              </p:cNvPr>
              <p:cNvSpPr/>
              <p:nvPr/>
            </p:nvSpPr>
            <p:spPr>
              <a:xfrm>
                <a:off x="4289047" y="2202600"/>
                <a:ext cx="403033" cy="40303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38E6F326-D87E-770B-3237-90C11AEF4B6B}"/>
                </a:ext>
              </a:extLst>
            </p:cNvPr>
            <p:cNvSpPr/>
            <p:nvPr/>
          </p:nvSpPr>
          <p:spPr>
            <a:xfrm>
              <a:off x="4229348" y="2140623"/>
              <a:ext cx="522432" cy="52243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757F396-C38E-DFD5-D60C-9341967646DF}"/>
              </a:ext>
            </a:extLst>
          </p:cNvPr>
          <p:cNvGrpSpPr/>
          <p:nvPr/>
        </p:nvGrpSpPr>
        <p:grpSpPr>
          <a:xfrm>
            <a:off x="4543164" y="3970381"/>
            <a:ext cx="769393" cy="776728"/>
            <a:chOff x="4229348" y="2140623"/>
            <a:chExt cx="591423" cy="597063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08F2E31A-6C18-B960-BAC9-606353ADA093}"/>
                </a:ext>
              </a:extLst>
            </p:cNvPr>
            <p:cNvSpPr/>
            <p:nvPr/>
          </p:nvSpPr>
          <p:spPr>
            <a:xfrm>
              <a:off x="4274657" y="2191572"/>
              <a:ext cx="546114" cy="54611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9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0BDAC021-A5AD-2A66-FF8E-1330F3A3E66D}"/>
                </a:ext>
              </a:extLst>
            </p:cNvPr>
            <p:cNvGrpSpPr/>
            <p:nvPr/>
          </p:nvGrpSpPr>
          <p:grpSpPr>
            <a:xfrm>
              <a:off x="4261509" y="2175062"/>
              <a:ext cx="458110" cy="458110"/>
              <a:chOff x="4253450" y="2167003"/>
              <a:chExt cx="474228" cy="474228"/>
            </a:xfrm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F9AC58C5-7BA3-A22B-9DBE-DD25DFF73BE5}"/>
                  </a:ext>
                </a:extLst>
              </p:cNvPr>
              <p:cNvSpPr/>
              <p:nvPr/>
            </p:nvSpPr>
            <p:spPr>
              <a:xfrm>
                <a:off x="4253450" y="2167003"/>
                <a:ext cx="474228" cy="474228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98FE2D3E-5595-E7F6-B464-32B107985129}"/>
                  </a:ext>
                </a:extLst>
              </p:cNvPr>
              <p:cNvSpPr/>
              <p:nvPr/>
            </p:nvSpPr>
            <p:spPr>
              <a:xfrm>
                <a:off x="4289047" y="2202600"/>
                <a:ext cx="403033" cy="40303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80A950EC-D0C7-7535-6481-29E277D176E4}"/>
                </a:ext>
              </a:extLst>
            </p:cNvPr>
            <p:cNvSpPr/>
            <p:nvPr/>
          </p:nvSpPr>
          <p:spPr>
            <a:xfrm>
              <a:off x="4229348" y="2140623"/>
              <a:ext cx="522432" cy="52243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3F026C3-FBDB-9A32-E262-67CA3158B905}"/>
              </a:ext>
            </a:extLst>
          </p:cNvPr>
          <p:cNvGrpSpPr/>
          <p:nvPr/>
        </p:nvGrpSpPr>
        <p:grpSpPr>
          <a:xfrm>
            <a:off x="3941251" y="5053542"/>
            <a:ext cx="769393" cy="776728"/>
            <a:chOff x="4229348" y="2140623"/>
            <a:chExt cx="591423" cy="597063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187D90EA-3854-4F52-AB7B-572495135997}"/>
                </a:ext>
              </a:extLst>
            </p:cNvPr>
            <p:cNvSpPr/>
            <p:nvPr/>
          </p:nvSpPr>
          <p:spPr>
            <a:xfrm>
              <a:off x="4274657" y="2191572"/>
              <a:ext cx="546114" cy="54611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9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7A318C21-71B5-D265-3497-BBE0874A690B}"/>
                </a:ext>
              </a:extLst>
            </p:cNvPr>
            <p:cNvGrpSpPr/>
            <p:nvPr/>
          </p:nvGrpSpPr>
          <p:grpSpPr>
            <a:xfrm>
              <a:off x="4261509" y="2175062"/>
              <a:ext cx="458110" cy="458110"/>
              <a:chOff x="4253450" y="2167003"/>
              <a:chExt cx="474228" cy="474228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4DAFA8D7-6972-9724-66BB-C0718601626E}"/>
                  </a:ext>
                </a:extLst>
              </p:cNvPr>
              <p:cNvSpPr/>
              <p:nvPr/>
            </p:nvSpPr>
            <p:spPr>
              <a:xfrm>
                <a:off x="4253450" y="2167003"/>
                <a:ext cx="474228" cy="474228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EDC8D040-2BBF-DD55-ECAC-77557E957ED1}"/>
                  </a:ext>
                </a:extLst>
              </p:cNvPr>
              <p:cNvSpPr/>
              <p:nvPr/>
            </p:nvSpPr>
            <p:spPr>
              <a:xfrm>
                <a:off x="4289047" y="2202600"/>
                <a:ext cx="403033" cy="40303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CD6C6AF0-E3C5-571A-A46D-50421E18B308}"/>
                </a:ext>
              </a:extLst>
            </p:cNvPr>
            <p:cNvSpPr/>
            <p:nvPr/>
          </p:nvSpPr>
          <p:spPr>
            <a:xfrm>
              <a:off x="4229348" y="2140623"/>
              <a:ext cx="522432" cy="52243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7B0EB6EA-FE0C-BF20-B509-E7EA15FEEA84}"/>
              </a:ext>
            </a:extLst>
          </p:cNvPr>
          <p:cNvCxnSpPr>
            <a:cxnSpLocks/>
          </p:cNvCxnSpPr>
          <p:nvPr/>
        </p:nvCxnSpPr>
        <p:spPr>
          <a:xfrm flipV="1">
            <a:off x="4856355" y="1866961"/>
            <a:ext cx="1325697" cy="10282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2D10F4B4-F3EB-C6DA-134D-8352964722F7}"/>
              </a:ext>
            </a:extLst>
          </p:cNvPr>
          <p:cNvCxnSpPr>
            <a:cxnSpLocks/>
          </p:cNvCxnSpPr>
          <p:nvPr/>
        </p:nvCxnSpPr>
        <p:spPr>
          <a:xfrm flipH="1" flipV="1">
            <a:off x="4864668" y="5524561"/>
            <a:ext cx="1325697" cy="10282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092DEAC3-689E-2E1A-F8DE-A2C42266EBDA}"/>
              </a:ext>
            </a:extLst>
          </p:cNvPr>
          <p:cNvCxnSpPr>
            <a:cxnSpLocks/>
          </p:cNvCxnSpPr>
          <p:nvPr/>
        </p:nvCxnSpPr>
        <p:spPr>
          <a:xfrm flipV="1">
            <a:off x="5413174" y="3138808"/>
            <a:ext cx="1325831" cy="14522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516407A5-D80A-392E-8D03-89A24F4BE6D6}"/>
              </a:ext>
            </a:extLst>
          </p:cNvPr>
          <p:cNvCxnSpPr>
            <a:cxnSpLocks/>
          </p:cNvCxnSpPr>
          <p:nvPr/>
        </p:nvCxnSpPr>
        <p:spPr>
          <a:xfrm>
            <a:off x="5413174" y="4377404"/>
            <a:ext cx="1325831" cy="14522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3F82F6D6-AF19-FA87-A5A3-BA650E10263B}"/>
              </a:ext>
            </a:extLst>
          </p:cNvPr>
          <p:cNvGrpSpPr/>
          <p:nvPr/>
        </p:nvGrpSpPr>
        <p:grpSpPr>
          <a:xfrm>
            <a:off x="2211161" y="2899954"/>
            <a:ext cx="861304" cy="794934"/>
            <a:chOff x="-1301625" y="1189142"/>
            <a:chExt cx="946763" cy="87381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02C61283-4590-8920-E1D5-51ED7F604BE7}"/>
                </a:ext>
              </a:extLst>
            </p:cNvPr>
            <p:cNvSpPr/>
            <p:nvPr/>
          </p:nvSpPr>
          <p:spPr>
            <a:xfrm>
              <a:off x="-1096555" y="1293366"/>
              <a:ext cx="456401" cy="477926"/>
            </a:xfrm>
            <a:custGeom>
              <a:avLst/>
              <a:gdLst>
                <a:gd name="connsiteX0" fmla="*/ 218900 w 438151"/>
                <a:gd name="connsiteY0" fmla="*/ 1 h 458816"/>
                <a:gd name="connsiteX1" fmla="*/ 438151 w 438151"/>
                <a:gd name="connsiteY1" fmla="*/ 218900 h 458816"/>
                <a:gd name="connsiteX2" fmla="*/ 438151 w 438151"/>
                <a:gd name="connsiteY2" fmla="*/ 226796 h 458816"/>
                <a:gd name="connsiteX3" fmla="*/ 422911 w 438151"/>
                <a:gd name="connsiteY3" fmla="*/ 302625 h 458816"/>
                <a:gd name="connsiteX4" fmla="*/ 385287 w 438151"/>
                <a:gd name="connsiteY4" fmla="*/ 364385 h 458816"/>
                <a:gd name="connsiteX5" fmla="*/ 326709 w 438151"/>
                <a:gd name="connsiteY5" fmla="*/ 458816 h 458816"/>
                <a:gd name="connsiteX6" fmla="*/ 111444 w 438151"/>
                <a:gd name="connsiteY6" fmla="*/ 458816 h 458816"/>
                <a:gd name="connsiteX7" fmla="*/ 53141 w 438151"/>
                <a:gd name="connsiteY7" fmla="*/ 364604 h 458816"/>
                <a:gd name="connsiteX8" fmla="*/ 15336 w 438151"/>
                <a:gd name="connsiteY8" fmla="*/ 302691 h 458816"/>
                <a:gd name="connsiteX9" fmla="*/ 1 w 438151"/>
                <a:gd name="connsiteY9" fmla="*/ 226796 h 458816"/>
                <a:gd name="connsiteX10" fmla="*/ 1 w 438151"/>
                <a:gd name="connsiteY10" fmla="*/ 219252 h 458816"/>
                <a:gd name="connsiteX11" fmla="*/ 218900 w 438151"/>
                <a:gd name="connsiteY11" fmla="*/ 1 h 45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151" h="458816">
                  <a:moveTo>
                    <a:pt x="218900" y="1"/>
                  </a:moveTo>
                  <a:cubicBezTo>
                    <a:pt x="339891" y="-96"/>
                    <a:pt x="438054" y="97909"/>
                    <a:pt x="438151" y="218900"/>
                  </a:cubicBezTo>
                  <a:lnTo>
                    <a:pt x="438151" y="226796"/>
                  </a:lnTo>
                  <a:cubicBezTo>
                    <a:pt x="437347" y="252747"/>
                    <a:pt x="432196" y="278379"/>
                    <a:pt x="422911" y="302625"/>
                  </a:cubicBezTo>
                  <a:cubicBezTo>
                    <a:pt x="414147" y="325288"/>
                    <a:pt x="401406" y="346203"/>
                    <a:pt x="385287" y="364385"/>
                  </a:cubicBezTo>
                  <a:cubicBezTo>
                    <a:pt x="362580" y="389188"/>
                    <a:pt x="338929" y="434013"/>
                    <a:pt x="326709" y="458816"/>
                  </a:cubicBezTo>
                  <a:lnTo>
                    <a:pt x="111444" y="458816"/>
                  </a:lnTo>
                  <a:cubicBezTo>
                    <a:pt x="99156" y="433822"/>
                    <a:pt x="75487" y="388902"/>
                    <a:pt x="53141" y="364604"/>
                  </a:cubicBezTo>
                  <a:cubicBezTo>
                    <a:pt x="36948" y="346385"/>
                    <a:pt x="24145" y="325418"/>
                    <a:pt x="15336" y="302691"/>
                  </a:cubicBezTo>
                  <a:cubicBezTo>
                    <a:pt x="6017" y="278428"/>
                    <a:pt x="833" y="252774"/>
                    <a:pt x="1" y="226796"/>
                  </a:cubicBezTo>
                  <a:lnTo>
                    <a:pt x="1" y="219252"/>
                  </a:lnTo>
                  <a:cubicBezTo>
                    <a:pt x="-96" y="98261"/>
                    <a:pt x="97908" y="98"/>
                    <a:pt x="218900" y="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328B2379-452F-440E-D7E9-D26DB2717378}"/>
                </a:ext>
              </a:extLst>
            </p:cNvPr>
            <p:cNvGrpSpPr/>
            <p:nvPr/>
          </p:nvGrpSpPr>
          <p:grpSpPr>
            <a:xfrm>
              <a:off x="-1301625" y="1189142"/>
              <a:ext cx="946763" cy="873810"/>
              <a:chOff x="-1301625" y="1189142"/>
              <a:chExt cx="946763" cy="873810"/>
            </a:xfrm>
            <a:grpFill/>
          </p:grpSpPr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2EF13FE2-B3C2-FB56-4C25-BBF33A640EA8}"/>
                  </a:ext>
                </a:extLst>
              </p:cNvPr>
              <p:cNvSpPr/>
              <p:nvPr/>
            </p:nvSpPr>
            <p:spPr>
              <a:xfrm>
                <a:off x="-1076557" y="1328416"/>
                <a:ext cx="476250" cy="497062"/>
              </a:xfrm>
              <a:custGeom>
                <a:avLst/>
                <a:gdLst>
                  <a:gd name="connsiteX0" fmla="*/ 362626 w 476250"/>
                  <a:gd name="connsiteY0" fmla="*/ 486994 h 497062"/>
                  <a:gd name="connsiteX1" fmla="*/ 418348 w 476250"/>
                  <a:gd name="connsiteY1" fmla="*/ 396507 h 497062"/>
                  <a:gd name="connsiteX2" fmla="*/ 459686 w 476250"/>
                  <a:gd name="connsiteY2" fmla="*/ 328765 h 497062"/>
                  <a:gd name="connsiteX3" fmla="*/ 476250 w 476250"/>
                  <a:gd name="connsiteY3" fmla="*/ 246316 h 497062"/>
                  <a:gd name="connsiteX4" fmla="*/ 476250 w 476250"/>
                  <a:gd name="connsiteY4" fmla="*/ 238125 h 497062"/>
                  <a:gd name="connsiteX5" fmla="*/ 238125 w 476250"/>
                  <a:gd name="connsiteY5" fmla="*/ 0 h 497062"/>
                  <a:gd name="connsiteX6" fmla="*/ 0 w 476250"/>
                  <a:gd name="connsiteY6" fmla="*/ 238125 h 497062"/>
                  <a:gd name="connsiteX7" fmla="*/ 0 w 476250"/>
                  <a:gd name="connsiteY7" fmla="*/ 246316 h 497062"/>
                  <a:gd name="connsiteX8" fmla="*/ 16573 w 476250"/>
                  <a:gd name="connsiteY8" fmla="*/ 328736 h 497062"/>
                  <a:gd name="connsiteX9" fmla="*/ 57912 w 476250"/>
                  <a:gd name="connsiteY9" fmla="*/ 396478 h 497062"/>
                  <a:gd name="connsiteX10" fmla="*/ 113633 w 476250"/>
                  <a:gd name="connsiteY10" fmla="*/ 486966 h 497062"/>
                  <a:gd name="connsiteX11" fmla="*/ 129931 w 476250"/>
                  <a:gd name="connsiteY11" fmla="*/ 497062 h 497062"/>
                  <a:gd name="connsiteX12" fmla="*/ 346329 w 476250"/>
                  <a:gd name="connsiteY12" fmla="*/ 497062 h 497062"/>
                  <a:gd name="connsiteX13" fmla="*/ 362626 w 476250"/>
                  <a:gd name="connsiteY13" fmla="*/ 486994 h 497062"/>
                  <a:gd name="connsiteX14" fmla="*/ 345758 w 476250"/>
                  <a:gd name="connsiteY14" fmla="*/ 478041 h 497062"/>
                  <a:gd name="connsiteX15" fmla="*/ 130493 w 476250"/>
                  <a:gd name="connsiteY15" fmla="*/ 478041 h 497062"/>
                  <a:gd name="connsiteX16" fmla="*/ 72190 w 476250"/>
                  <a:gd name="connsiteY16" fmla="*/ 383829 h 497062"/>
                  <a:gd name="connsiteX17" fmla="*/ 34385 w 476250"/>
                  <a:gd name="connsiteY17" fmla="*/ 321916 h 497062"/>
                  <a:gd name="connsiteX18" fmla="*/ 19050 w 476250"/>
                  <a:gd name="connsiteY18" fmla="*/ 246021 h 497062"/>
                  <a:gd name="connsiteX19" fmla="*/ 19050 w 476250"/>
                  <a:gd name="connsiteY19" fmla="*/ 238477 h 497062"/>
                  <a:gd name="connsiteX20" fmla="*/ 237949 w 476250"/>
                  <a:gd name="connsiteY20" fmla="*/ 19226 h 497062"/>
                  <a:gd name="connsiteX21" fmla="*/ 457200 w 476250"/>
                  <a:gd name="connsiteY21" fmla="*/ 238125 h 497062"/>
                  <a:gd name="connsiteX22" fmla="*/ 457200 w 476250"/>
                  <a:gd name="connsiteY22" fmla="*/ 246021 h 497062"/>
                  <a:gd name="connsiteX23" fmla="*/ 441960 w 476250"/>
                  <a:gd name="connsiteY23" fmla="*/ 321850 h 497062"/>
                  <a:gd name="connsiteX24" fmla="*/ 404336 w 476250"/>
                  <a:gd name="connsiteY24" fmla="*/ 383610 h 497062"/>
                  <a:gd name="connsiteX25" fmla="*/ 345758 w 476250"/>
                  <a:gd name="connsiteY25" fmla="*/ 478041 h 497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76250" h="497062">
                    <a:moveTo>
                      <a:pt x="362626" y="486994"/>
                    </a:moveTo>
                    <a:cubicBezTo>
                      <a:pt x="372723" y="466411"/>
                      <a:pt x="396535" y="420319"/>
                      <a:pt x="418348" y="396507"/>
                    </a:cubicBezTo>
                    <a:cubicBezTo>
                      <a:pt x="436046" y="376564"/>
                      <a:pt x="450045" y="353624"/>
                      <a:pt x="459686" y="328765"/>
                    </a:cubicBezTo>
                    <a:cubicBezTo>
                      <a:pt x="469792" y="302405"/>
                      <a:pt x="475391" y="274533"/>
                      <a:pt x="476250" y="246316"/>
                    </a:cubicBezTo>
                    <a:lnTo>
                      <a:pt x="476250" y="238125"/>
                    </a:lnTo>
                    <a:cubicBezTo>
                      <a:pt x="476250" y="106612"/>
                      <a:pt x="369638" y="0"/>
                      <a:pt x="238125" y="0"/>
                    </a:cubicBezTo>
                    <a:cubicBezTo>
                      <a:pt x="106612" y="0"/>
                      <a:pt x="0" y="106612"/>
                      <a:pt x="0" y="238125"/>
                    </a:cubicBezTo>
                    <a:lnTo>
                      <a:pt x="0" y="246316"/>
                    </a:lnTo>
                    <a:cubicBezTo>
                      <a:pt x="865" y="274525"/>
                      <a:pt x="6467" y="302386"/>
                      <a:pt x="16573" y="328736"/>
                    </a:cubicBezTo>
                    <a:cubicBezTo>
                      <a:pt x="26215" y="353596"/>
                      <a:pt x="40214" y="376536"/>
                      <a:pt x="57912" y="396478"/>
                    </a:cubicBezTo>
                    <a:cubicBezTo>
                      <a:pt x="79724" y="420205"/>
                      <a:pt x="103537" y="466411"/>
                      <a:pt x="113633" y="486966"/>
                    </a:cubicBezTo>
                    <a:cubicBezTo>
                      <a:pt x="116712" y="493149"/>
                      <a:pt x="123023" y="497059"/>
                      <a:pt x="129931" y="497062"/>
                    </a:cubicBezTo>
                    <a:lnTo>
                      <a:pt x="346329" y="497062"/>
                    </a:lnTo>
                    <a:cubicBezTo>
                      <a:pt x="353230" y="497065"/>
                      <a:pt x="359540" y="493167"/>
                      <a:pt x="362626" y="486994"/>
                    </a:cubicBezTo>
                    <a:close/>
                    <a:moveTo>
                      <a:pt x="345758" y="478041"/>
                    </a:moveTo>
                    <a:lnTo>
                      <a:pt x="130493" y="478041"/>
                    </a:lnTo>
                    <a:cubicBezTo>
                      <a:pt x="118205" y="453047"/>
                      <a:pt x="94536" y="408127"/>
                      <a:pt x="72190" y="383829"/>
                    </a:cubicBezTo>
                    <a:cubicBezTo>
                      <a:pt x="55997" y="365610"/>
                      <a:pt x="43194" y="344643"/>
                      <a:pt x="34385" y="321916"/>
                    </a:cubicBezTo>
                    <a:cubicBezTo>
                      <a:pt x="25066" y="297653"/>
                      <a:pt x="19882" y="271999"/>
                      <a:pt x="19050" y="246021"/>
                    </a:cubicBezTo>
                    <a:lnTo>
                      <a:pt x="19050" y="238477"/>
                    </a:lnTo>
                    <a:cubicBezTo>
                      <a:pt x="18953" y="117486"/>
                      <a:pt x="116957" y="19323"/>
                      <a:pt x="237949" y="19226"/>
                    </a:cubicBezTo>
                    <a:cubicBezTo>
                      <a:pt x="358940" y="19129"/>
                      <a:pt x="457103" y="117134"/>
                      <a:pt x="457200" y="238125"/>
                    </a:cubicBezTo>
                    <a:lnTo>
                      <a:pt x="457200" y="246021"/>
                    </a:lnTo>
                    <a:cubicBezTo>
                      <a:pt x="456396" y="271972"/>
                      <a:pt x="451245" y="297604"/>
                      <a:pt x="441960" y="321850"/>
                    </a:cubicBezTo>
                    <a:cubicBezTo>
                      <a:pt x="433196" y="344513"/>
                      <a:pt x="420455" y="365428"/>
                      <a:pt x="404336" y="383610"/>
                    </a:cubicBezTo>
                    <a:cubicBezTo>
                      <a:pt x="381629" y="408413"/>
                      <a:pt x="357978" y="453238"/>
                      <a:pt x="345758" y="4780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62262875-DC2B-D578-3FC3-6DB2A47966D1}"/>
                  </a:ext>
                </a:extLst>
              </p:cNvPr>
              <p:cNvSpPr/>
              <p:nvPr/>
            </p:nvSpPr>
            <p:spPr>
              <a:xfrm>
                <a:off x="-952732" y="1883200"/>
                <a:ext cx="228600" cy="19050"/>
              </a:xfrm>
              <a:custGeom>
                <a:avLst/>
                <a:gdLst>
                  <a:gd name="connsiteX0" fmla="*/ 228600 w 228600"/>
                  <a:gd name="connsiteY0" fmla="*/ 9525 h 19050"/>
                  <a:gd name="connsiteX1" fmla="*/ 219075 w 228600"/>
                  <a:gd name="connsiteY1" fmla="*/ 0 h 19050"/>
                  <a:gd name="connsiteX2" fmla="*/ 9525 w 228600"/>
                  <a:gd name="connsiteY2" fmla="*/ 0 h 19050"/>
                  <a:gd name="connsiteX3" fmla="*/ 0 w 228600"/>
                  <a:gd name="connsiteY3" fmla="*/ 9525 h 19050"/>
                  <a:gd name="connsiteX4" fmla="*/ 9525 w 228600"/>
                  <a:gd name="connsiteY4" fmla="*/ 19050 h 19050"/>
                  <a:gd name="connsiteX5" fmla="*/ 219075 w 228600"/>
                  <a:gd name="connsiteY5" fmla="*/ 19050 h 19050"/>
                  <a:gd name="connsiteX6" fmla="*/ 228600 w 228600"/>
                  <a:gd name="connsiteY6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8600" h="19050">
                    <a:moveTo>
                      <a:pt x="228600" y="9525"/>
                    </a:moveTo>
                    <a:cubicBezTo>
                      <a:pt x="228600" y="4264"/>
                      <a:pt x="224336" y="0"/>
                      <a:pt x="219075" y="0"/>
                    </a:cubicBezTo>
                    <a:lnTo>
                      <a:pt x="9525" y="0"/>
                    </a:lnTo>
                    <a:cubicBezTo>
                      <a:pt x="4264" y="0"/>
                      <a:pt x="0" y="4264"/>
                      <a:pt x="0" y="9525"/>
                    </a:cubicBezTo>
                    <a:cubicBezTo>
                      <a:pt x="0" y="14786"/>
                      <a:pt x="4264" y="19050"/>
                      <a:pt x="9525" y="19050"/>
                    </a:cubicBezTo>
                    <a:lnTo>
                      <a:pt x="219075" y="19050"/>
                    </a:lnTo>
                    <a:cubicBezTo>
                      <a:pt x="224336" y="19050"/>
                      <a:pt x="228600" y="14786"/>
                      <a:pt x="22860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258B9D1F-81C4-D55D-5354-A5417912D961}"/>
                  </a:ext>
                </a:extLst>
              </p:cNvPr>
              <p:cNvSpPr/>
              <p:nvPr/>
            </p:nvSpPr>
            <p:spPr>
              <a:xfrm>
                <a:off x="-893509" y="1956695"/>
                <a:ext cx="110096" cy="61149"/>
              </a:xfrm>
              <a:custGeom>
                <a:avLst/>
                <a:gdLst>
                  <a:gd name="connsiteX0" fmla="*/ 9557 w 110096"/>
                  <a:gd name="connsiteY0" fmla="*/ 0 h 61149"/>
                  <a:gd name="connsiteX1" fmla="*/ 0 w 110096"/>
                  <a:gd name="connsiteY1" fmla="*/ 9493 h 61149"/>
                  <a:gd name="connsiteX2" fmla="*/ 32 w 110096"/>
                  <a:gd name="connsiteY2" fmla="*/ 10306 h 61149"/>
                  <a:gd name="connsiteX3" fmla="*/ 59396 w 110096"/>
                  <a:gd name="connsiteY3" fmla="*/ 60975 h 61149"/>
                  <a:gd name="connsiteX4" fmla="*/ 110065 w 110096"/>
                  <a:gd name="connsiteY4" fmla="*/ 10306 h 61149"/>
                  <a:gd name="connsiteX5" fmla="*/ 101333 w 110096"/>
                  <a:gd name="connsiteY5" fmla="*/ 50 h 61149"/>
                  <a:gd name="connsiteX6" fmla="*/ 100540 w 110096"/>
                  <a:gd name="connsiteY6" fmla="*/ 19 h 61149"/>
                  <a:gd name="connsiteX7" fmla="*/ 55135 w 110096"/>
                  <a:gd name="connsiteY7" fmla="*/ 42072 h 61149"/>
                  <a:gd name="connsiteX8" fmla="*/ 21464 w 110096"/>
                  <a:gd name="connsiteY8" fmla="*/ 19050 h 61149"/>
                  <a:gd name="connsiteX9" fmla="*/ 88720 w 110096"/>
                  <a:gd name="connsiteY9" fmla="*/ 19050 h 61149"/>
                  <a:gd name="connsiteX10" fmla="*/ 55135 w 110096"/>
                  <a:gd name="connsiteY10" fmla="*/ 42072 h 61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096" h="61149">
                    <a:moveTo>
                      <a:pt x="9557" y="0"/>
                    </a:moveTo>
                    <a:cubicBezTo>
                      <a:pt x="4297" y="-18"/>
                      <a:pt x="18" y="4232"/>
                      <a:pt x="0" y="9493"/>
                    </a:cubicBezTo>
                    <a:cubicBezTo>
                      <a:pt x="-1" y="9764"/>
                      <a:pt x="11" y="10036"/>
                      <a:pt x="32" y="10306"/>
                    </a:cubicBezTo>
                    <a:cubicBezTo>
                      <a:pt x="2433" y="40691"/>
                      <a:pt x="29011" y="63377"/>
                      <a:pt x="59396" y="60975"/>
                    </a:cubicBezTo>
                    <a:cubicBezTo>
                      <a:pt x="86445" y="58839"/>
                      <a:pt x="107928" y="37355"/>
                      <a:pt x="110065" y="10306"/>
                    </a:cubicBezTo>
                    <a:cubicBezTo>
                      <a:pt x="110486" y="5063"/>
                      <a:pt x="106576" y="471"/>
                      <a:pt x="101333" y="50"/>
                    </a:cubicBezTo>
                    <a:cubicBezTo>
                      <a:pt x="101069" y="29"/>
                      <a:pt x="100805" y="18"/>
                      <a:pt x="100540" y="19"/>
                    </a:cubicBezTo>
                    <a:close/>
                    <a:moveTo>
                      <a:pt x="55135" y="42072"/>
                    </a:moveTo>
                    <a:cubicBezTo>
                      <a:pt x="40270" y="41970"/>
                      <a:pt x="26952" y="32864"/>
                      <a:pt x="21464" y="19050"/>
                    </a:cubicBezTo>
                    <a:lnTo>
                      <a:pt x="88720" y="19050"/>
                    </a:lnTo>
                    <a:cubicBezTo>
                      <a:pt x="83262" y="32851"/>
                      <a:pt x="69975" y="41959"/>
                      <a:pt x="55135" y="420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227F65B4-043B-E1CF-50B2-6D4CC1EFB96C}"/>
                  </a:ext>
                </a:extLst>
              </p:cNvPr>
              <p:cNvSpPr/>
              <p:nvPr/>
            </p:nvSpPr>
            <p:spPr>
              <a:xfrm>
                <a:off x="-847957" y="1189142"/>
                <a:ext cx="19050" cy="104775"/>
              </a:xfrm>
              <a:custGeom>
                <a:avLst/>
                <a:gdLst>
                  <a:gd name="connsiteX0" fmla="*/ 0 w 19050"/>
                  <a:gd name="connsiteY0" fmla="*/ 9525 h 104775"/>
                  <a:gd name="connsiteX1" fmla="*/ 0 w 19050"/>
                  <a:gd name="connsiteY1" fmla="*/ 95250 h 104775"/>
                  <a:gd name="connsiteX2" fmla="*/ 9525 w 19050"/>
                  <a:gd name="connsiteY2" fmla="*/ 104775 h 104775"/>
                  <a:gd name="connsiteX3" fmla="*/ 19050 w 19050"/>
                  <a:gd name="connsiteY3" fmla="*/ 95250 h 104775"/>
                  <a:gd name="connsiteX4" fmla="*/ 19050 w 19050"/>
                  <a:gd name="connsiteY4" fmla="*/ 9525 h 104775"/>
                  <a:gd name="connsiteX5" fmla="*/ 9525 w 19050"/>
                  <a:gd name="connsiteY5" fmla="*/ 0 h 104775"/>
                  <a:gd name="connsiteX6" fmla="*/ 0 w 19050"/>
                  <a:gd name="connsiteY6" fmla="*/ 9525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104775">
                    <a:moveTo>
                      <a:pt x="0" y="9525"/>
                    </a:moveTo>
                    <a:lnTo>
                      <a:pt x="0" y="95250"/>
                    </a:lnTo>
                    <a:cubicBezTo>
                      <a:pt x="0" y="100511"/>
                      <a:pt x="4264" y="104775"/>
                      <a:pt x="9525" y="104775"/>
                    </a:cubicBezTo>
                    <a:cubicBezTo>
                      <a:pt x="14786" y="104775"/>
                      <a:pt x="19050" y="100511"/>
                      <a:pt x="19050" y="95250"/>
                    </a:cubicBezTo>
                    <a:lnTo>
                      <a:pt x="19050" y="9525"/>
                    </a:lnTo>
                    <a:cubicBezTo>
                      <a:pt x="19050" y="4265"/>
                      <a:pt x="14786" y="0"/>
                      <a:pt x="9525" y="0"/>
                    </a:cubicBezTo>
                    <a:cubicBezTo>
                      <a:pt x="4264" y="0"/>
                      <a:pt x="0" y="4265"/>
                      <a:pt x="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A93A14C4-6C3D-B7F7-6400-508B8148A6D7}"/>
                  </a:ext>
                </a:extLst>
              </p:cNvPr>
              <p:cNvSpPr/>
              <p:nvPr/>
            </p:nvSpPr>
            <p:spPr>
              <a:xfrm>
                <a:off x="-1219432" y="1560617"/>
                <a:ext cx="104775" cy="19050"/>
              </a:xfrm>
              <a:custGeom>
                <a:avLst/>
                <a:gdLst>
                  <a:gd name="connsiteX0" fmla="*/ 104775 w 104775"/>
                  <a:gd name="connsiteY0" fmla="*/ 9525 h 19050"/>
                  <a:gd name="connsiteX1" fmla="*/ 95250 w 104775"/>
                  <a:gd name="connsiteY1" fmla="*/ 0 h 19050"/>
                  <a:gd name="connsiteX2" fmla="*/ 9525 w 104775"/>
                  <a:gd name="connsiteY2" fmla="*/ 0 h 19050"/>
                  <a:gd name="connsiteX3" fmla="*/ 0 w 104775"/>
                  <a:gd name="connsiteY3" fmla="*/ 9525 h 19050"/>
                  <a:gd name="connsiteX4" fmla="*/ 9525 w 104775"/>
                  <a:gd name="connsiteY4" fmla="*/ 19050 h 19050"/>
                  <a:gd name="connsiteX5" fmla="*/ 95250 w 104775"/>
                  <a:gd name="connsiteY5" fmla="*/ 19050 h 19050"/>
                  <a:gd name="connsiteX6" fmla="*/ 104775 w 104775"/>
                  <a:gd name="connsiteY6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775" h="19050">
                    <a:moveTo>
                      <a:pt x="104775" y="9525"/>
                    </a:moveTo>
                    <a:cubicBezTo>
                      <a:pt x="104775" y="4264"/>
                      <a:pt x="100511" y="0"/>
                      <a:pt x="95250" y="0"/>
                    </a:cubicBezTo>
                    <a:lnTo>
                      <a:pt x="9525" y="0"/>
                    </a:lnTo>
                    <a:cubicBezTo>
                      <a:pt x="4264" y="0"/>
                      <a:pt x="0" y="4264"/>
                      <a:pt x="0" y="9525"/>
                    </a:cubicBezTo>
                    <a:cubicBezTo>
                      <a:pt x="0" y="14786"/>
                      <a:pt x="4264" y="19050"/>
                      <a:pt x="9525" y="19050"/>
                    </a:cubicBezTo>
                    <a:lnTo>
                      <a:pt x="95250" y="19050"/>
                    </a:lnTo>
                    <a:cubicBezTo>
                      <a:pt x="100511" y="19050"/>
                      <a:pt x="104775" y="14786"/>
                      <a:pt x="104775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A0C8BA73-52EE-2899-1E86-838CA02CB842}"/>
                  </a:ext>
                </a:extLst>
              </p:cNvPr>
              <p:cNvSpPr/>
              <p:nvPr/>
            </p:nvSpPr>
            <p:spPr>
              <a:xfrm>
                <a:off x="-562207" y="1560617"/>
                <a:ext cx="104775" cy="19050"/>
              </a:xfrm>
              <a:custGeom>
                <a:avLst/>
                <a:gdLst>
                  <a:gd name="connsiteX0" fmla="*/ 0 w 104775"/>
                  <a:gd name="connsiteY0" fmla="*/ 9525 h 19050"/>
                  <a:gd name="connsiteX1" fmla="*/ 9525 w 104775"/>
                  <a:gd name="connsiteY1" fmla="*/ 19050 h 19050"/>
                  <a:gd name="connsiteX2" fmla="*/ 95250 w 104775"/>
                  <a:gd name="connsiteY2" fmla="*/ 19050 h 19050"/>
                  <a:gd name="connsiteX3" fmla="*/ 104775 w 104775"/>
                  <a:gd name="connsiteY3" fmla="*/ 9525 h 19050"/>
                  <a:gd name="connsiteX4" fmla="*/ 95250 w 104775"/>
                  <a:gd name="connsiteY4" fmla="*/ 0 h 19050"/>
                  <a:gd name="connsiteX5" fmla="*/ 9525 w 104775"/>
                  <a:gd name="connsiteY5" fmla="*/ 0 h 19050"/>
                  <a:gd name="connsiteX6" fmla="*/ 0 w 104775"/>
                  <a:gd name="connsiteY6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775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lnTo>
                      <a:pt x="95250" y="19050"/>
                    </a:lnTo>
                    <a:cubicBezTo>
                      <a:pt x="100511" y="19050"/>
                      <a:pt x="104775" y="14786"/>
                      <a:pt x="104775" y="9525"/>
                    </a:cubicBezTo>
                    <a:cubicBezTo>
                      <a:pt x="104775" y="4264"/>
                      <a:pt x="100511" y="0"/>
                      <a:pt x="95250" y="0"/>
                    </a:cubicBezTo>
                    <a:lnTo>
                      <a:pt x="9525" y="0"/>
                    </a:lnTo>
                    <a:cubicBezTo>
                      <a:pt x="4264" y="0"/>
                      <a:pt x="0" y="4264"/>
                      <a:pt x="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4C00A66D-CC24-7328-FC26-3D66DA7675EE}"/>
                  </a:ext>
                </a:extLst>
              </p:cNvPr>
              <p:cNvSpPr/>
              <p:nvPr/>
            </p:nvSpPr>
            <p:spPr>
              <a:xfrm>
                <a:off x="-1110626" y="1297947"/>
                <a:ext cx="79548" cy="79548"/>
              </a:xfrm>
              <a:custGeom>
                <a:avLst/>
                <a:gdLst>
                  <a:gd name="connsiteX0" fmla="*/ 2789 w 79548"/>
                  <a:gd name="connsiteY0" fmla="*/ 2789 h 79548"/>
                  <a:gd name="connsiteX1" fmla="*/ 2789 w 79548"/>
                  <a:gd name="connsiteY1" fmla="*/ 16257 h 79548"/>
                  <a:gd name="connsiteX2" fmla="*/ 63406 w 79548"/>
                  <a:gd name="connsiteY2" fmla="*/ 76874 h 79548"/>
                  <a:gd name="connsiteX3" fmla="*/ 76874 w 79548"/>
                  <a:gd name="connsiteY3" fmla="*/ 76640 h 79548"/>
                  <a:gd name="connsiteX4" fmla="*/ 76874 w 79548"/>
                  <a:gd name="connsiteY4" fmla="*/ 63406 h 79548"/>
                  <a:gd name="connsiteX5" fmla="*/ 16257 w 79548"/>
                  <a:gd name="connsiteY5" fmla="*/ 2789 h 79548"/>
                  <a:gd name="connsiteX6" fmla="*/ 2789 w 79548"/>
                  <a:gd name="connsiteY6" fmla="*/ 2789 h 79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548" h="79548">
                    <a:moveTo>
                      <a:pt x="2789" y="2789"/>
                    </a:moveTo>
                    <a:cubicBezTo>
                      <a:pt x="-930" y="6508"/>
                      <a:pt x="-930" y="12538"/>
                      <a:pt x="2789" y="16257"/>
                    </a:cubicBezTo>
                    <a:lnTo>
                      <a:pt x="63406" y="76874"/>
                    </a:lnTo>
                    <a:cubicBezTo>
                      <a:pt x="67190" y="80529"/>
                      <a:pt x="73220" y="80424"/>
                      <a:pt x="76874" y="76640"/>
                    </a:cubicBezTo>
                    <a:cubicBezTo>
                      <a:pt x="80440" y="72949"/>
                      <a:pt x="80440" y="67097"/>
                      <a:pt x="76874" y="63406"/>
                    </a:cubicBezTo>
                    <a:lnTo>
                      <a:pt x="16257" y="2789"/>
                    </a:lnTo>
                    <a:cubicBezTo>
                      <a:pt x="12538" y="-930"/>
                      <a:pt x="6508" y="-930"/>
                      <a:pt x="2789" y="27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FC89829D-56D8-FFA6-8634-D03B813BAB2A}"/>
                  </a:ext>
                </a:extLst>
              </p:cNvPr>
              <p:cNvSpPr/>
              <p:nvPr/>
            </p:nvSpPr>
            <p:spPr>
              <a:xfrm>
                <a:off x="-646020" y="1762553"/>
                <a:ext cx="79667" cy="79667"/>
              </a:xfrm>
              <a:custGeom>
                <a:avLst/>
                <a:gdLst>
                  <a:gd name="connsiteX0" fmla="*/ 63525 w 79667"/>
                  <a:gd name="connsiteY0" fmla="*/ 76994 h 79667"/>
                  <a:gd name="connsiteX1" fmla="*/ 76994 w 79667"/>
                  <a:gd name="connsiteY1" fmla="*/ 76759 h 79667"/>
                  <a:gd name="connsiteX2" fmla="*/ 76994 w 79667"/>
                  <a:gd name="connsiteY2" fmla="*/ 63525 h 79667"/>
                  <a:gd name="connsiteX3" fmla="*/ 16377 w 79667"/>
                  <a:gd name="connsiteY3" fmla="*/ 2908 h 79667"/>
                  <a:gd name="connsiteX4" fmla="*/ 2908 w 79667"/>
                  <a:gd name="connsiteY4" fmla="*/ 2674 h 79667"/>
                  <a:gd name="connsiteX5" fmla="*/ 2674 w 79667"/>
                  <a:gd name="connsiteY5" fmla="*/ 16142 h 79667"/>
                  <a:gd name="connsiteX6" fmla="*/ 2908 w 79667"/>
                  <a:gd name="connsiteY6" fmla="*/ 16377 h 79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667" h="79667">
                    <a:moveTo>
                      <a:pt x="63525" y="76994"/>
                    </a:moveTo>
                    <a:cubicBezTo>
                      <a:pt x="67310" y="80648"/>
                      <a:pt x="73339" y="80544"/>
                      <a:pt x="76994" y="76759"/>
                    </a:cubicBezTo>
                    <a:cubicBezTo>
                      <a:pt x="80559" y="73068"/>
                      <a:pt x="80559" y="67216"/>
                      <a:pt x="76994" y="63525"/>
                    </a:cubicBezTo>
                    <a:lnTo>
                      <a:pt x="16377" y="2908"/>
                    </a:lnTo>
                    <a:cubicBezTo>
                      <a:pt x="12722" y="-876"/>
                      <a:pt x="6692" y="-981"/>
                      <a:pt x="2908" y="2674"/>
                    </a:cubicBezTo>
                    <a:cubicBezTo>
                      <a:pt x="-876" y="6329"/>
                      <a:pt x="-981" y="12359"/>
                      <a:pt x="2674" y="16142"/>
                    </a:cubicBezTo>
                    <a:cubicBezTo>
                      <a:pt x="2751" y="16222"/>
                      <a:pt x="2829" y="16299"/>
                      <a:pt x="2908" y="163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13588866-85AC-04DA-A297-7E5BC40CF5BC}"/>
                  </a:ext>
                </a:extLst>
              </p:cNvPr>
              <p:cNvSpPr/>
              <p:nvPr/>
            </p:nvSpPr>
            <p:spPr>
              <a:xfrm>
                <a:off x="-646020" y="1297947"/>
                <a:ext cx="79782" cy="79782"/>
              </a:xfrm>
              <a:custGeom>
                <a:avLst/>
                <a:gdLst>
                  <a:gd name="connsiteX0" fmla="*/ 76994 w 79782"/>
                  <a:gd name="connsiteY0" fmla="*/ 2789 h 79782"/>
                  <a:gd name="connsiteX1" fmla="*/ 63525 w 79782"/>
                  <a:gd name="connsiteY1" fmla="*/ 2789 h 79782"/>
                  <a:gd name="connsiteX2" fmla="*/ 2908 w 79782"/>
                  <a:gd name="connsiteY2" fmla="*/ 63406 h 79782"/>
                  <a:gd name="connsiteX3" fmla="*/ 2674 w 79782"/>
                  <a:gd name="connsiteY3" fmla="*/ 76874 h 79782"/>
                  <a:gd name="connsiteX4" fmla="*/ 16142 w 79782"/>
                  <a:gd name="connsiteY4" fmla="*/ 77109 h 79782"/>
                  <a:gd name="connsiteX5" fmla="*/ 16377 w 79782"/>
                  <a:gd name="connsiteY5" fmla="*/ 76874 h 79782"/>
                  <a:gd name="connsiteX6" fmla="*/ 76994 w 79782"/>
                  <a:gd name="connsiteY6" fmla="*/ 16257 h 79782"/>
                  <a:gd name="connsiteX7" fmla="*/ 76994 w 79782"/>
                  <a:gd name="connsiteY7" fmla="*/ 2789 h 79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782" h="79782">
                    <a:moveTo>
                      <a:pt x="76994" y="2789"/>
                    </a:moveTo>
                    <a:cubicBezTo>
                      <a:pt x="73274" y="-930"/>
                      <a:pt x="67245" y="-930"/>
                      <a:pt x="63525" y="2789"/>
                    </a:cubicBezTo>
                    <a:lnTo>
                      <a:pt x="2908" y="63406"/>
                    </a:lnTo>
                    <a:cubicBezTo>
                      <a:pt x="-876" y="67061"/>
                      <a:pt x="-981" y="73090"/>
                      <a:pt x="2674" y="76874"/>
                    </a:cubicBezTo>
                    <a:cubicBezTo>
                      <a:pt x="6329" y="80659"/>
                      <a:pt x="12359" y="80763"/>
                      <a:pt x="16142" y="77109"/>
                    </a:cubicBezTo>
                    <a:cubicBezTo>
                      <a:pt x="16222" y="77032"/>
                      <a:pt x="16299" y="76953"/>
                      <a:pt x="16377" y="76874"/>
                    </a:cubicBezTo>
                    <a:lnTo>
                      <a:pt x="76994" y="16257"/>
                    </a:lnTo>
                    <a:cubicBezTo>
                      <a:pt x="80712" y="12538"/>
                      <a:pt x="80712" y="6508"/>
                      <a:pt x="76994" y="27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E91EE69B-F393-261A-E12B-6B9DDA0EBA3F}"/>
                  </a:ext>
                </a:extLst>
              </p:cNvPr>
              <p:cNvSpPr/>
              <p:nvPr/>
            </p:nvSpPr>
            <p:spPr>
              <a:xfrm>
                <a:off x="-1110626" y="1762553"/>
                <a:ext cx="79782" cy="79784"/>
              </a:xfrm>
              <a:custGeom>
                <a:avLst/>
                <a:gdLst>
                  <a:gd name="connsiteX0" fmla="*/ 9523 w 79782"/>
                  <a:gd name="connsiteY0" fmla="*/ 79785 h 79784"/>
                  <a:gd name="connsiteX1" fmla="*/ 16257 w 79782"/>
                  <a:gd name="connsiteY1" fmla="*/ 76994 h 79784"/>
                  <a:gd name="connsiteX2" fmla="*/ 76874 w 79782"/>
                  <a:gd name="connsiteY2" fmla="*/ 16377 h 79784"/>
                  <a:gd name="connsiteX3" fmla="*/ 77109 w 79782"/>
                  <a:gd name="connsiteY3" fmla="*/ 2908 h 79784"/>
                  <a:gd name="connsiteX4" fmla="*/ 63640 w 79782"/>
                  <a:gd name="connsiteY4" fmla="*/ 2674 h 79784"/>
                  <a:gd name="connsiteX5" fmla="*/ 63406 w 79782"/>
                  <a:gd name="connsiteY5" fmla="*/ 2908 h 79784"/>
                  <a:gd name="connsiteX6" fmla="*/ 2789 w 79782"/>
                  <a:gd name="connsiteY6" fmla="*/ 63525 h 79784"/>
                  <a:gd name="connsiteX7" fmla="*/ 2791 w 79782"/>
                  <a:gd name="connsiteY7" fmla="*/ 76996 h 79784"/>
                  <a:gd name="connsiteX8" fmla="*/ 9523 w 79782"/>
                  <a:gd name="connsiteY8" fmla="*/ 79785 h 7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782" h="79784">
                    <a:moveTo>
                      <a:pt x="9523" y="79785"/>
                    </a:moveTo>
                    <a:cubicBezTo>
                      <a:pt x="12049" y="79785"/>
                      <a:pt x="14471" y="78780"/>
                      <a:pt x="16257" y="76994"/>
                    </a:cubicBezTo>
                    <a:lnTo>
                      <a:pt x="76874" y="16377"/>
                    </a:lnTo>
                    <a:cubicBezTo>
                      <a:pt x="80659" y="12722"/>
                      <a:pt x="80764" y="6692"/>
                      <a:pt x="77109" y="2908"/>
                    </a:cubicBezTo>
                    <a:cubicBezTo>
                      <a:pt x="73454" y="-876"/>
                      <a:pt x="67424" y="-981"/>
                      <a:pt x="63640" y="2674"/>
                    </a:cubicBezTo>
                    <a:cubicBezTo>
                      <a:pt x="63560" y="2751"/>
                      <a:pt x="63482" y="2829"/>
                      <a:pt x="63406" y="2908"/>
                    </a:cubicBezTo>
                    <a:lnTo>
                      <a:pt x="2789" y="63525"/>
                    </a:lnTo>
                    <a:cubicBezTo>
                      <a:pt x="-930" y="67246"/>
                      <a:pt x="-930" y="73277"/>
                      <a:pt x="2791" y="76996"/>
                    </a:cubicBezTo>
                    <a:cubicBezTo>
                      <a:pt x="4577" y="78781"/>
                      <a:pt x="6998" y="79785"/>
                      <a:pt x="9523" y="7978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58DDDC2D-37D5-F5DA-7AB5-FFACE63441C8}"/>
                  </a:ext>
                </a:extLst>
              </p:cNvPr>
              <p:cNvSpPr/>
              <p:nvPr/>
            </p:nvSpPr>
            <p:spPr>
              <a:xfrm>
                <a:off x="-912754" y="1588767"/>
                <a:ext cx="151191" cy="234923"/>
              </a:xfrm>
              <a:custGeom>
                <a:avLst/>
                <a:gdLst>
                  <a:gd name="connsiteX0" fmla="*/ 62008 w 151191"/>
                  <a:gd name="connsiteY0" fmla="*/ 0 h 234923"/>
                  <a:gd name="connsiteX1" fmla="*/ 81058 w 151191"/>
                  <a:gd name="connsiteY1" fmla="*/ 0 h 234923"/>
                  <a:gd name="connsiteX2" fmla="*/ 81058 w 151191"/>
                  <a:gd name="connsiteY2" fmla="*/ 161925 h 234923"/>
                  <a:gd name="connsiteX3" fmla="*/ 137722 w 151191"/>
                  <a:gd name="connsiteY3" fmla="*/ 105289 h 234923"/>
                  <a:gd name="connsiteX4" fmla="*/ 151191 w 151191"/>
                  <a:gd name="connsiteY4" fmla="*/ 118758 h 234923"/>
                  <a:gd name="connsiteX5" fmla="*/ 81058 w 151191"/>
                  <a:gd name="connsiteY5" fmla="*/ 188900 h 234923"/>
                  <a:gd name="connsiteX6" fmla="*/ 81058 w 151191"/>
                  <a:gd name="connsiteY6" fmla="*/ 234923 h 234923"/>
                  <a:gd name="connsiteX7" fmla="*/ 62008 w 151191"/>
                  <a:gd name="connsiteY7" fmla="*/ 234923 h 234923"/>
                  <a:gd name="connsiteX8" fmla="*/ 62008 w 151191"/>
                  <a:gd name="connsiteY8" fmla="*/ 137093 h 234923"/>
                  <a:gd name="connsiteX9" fmla="*/ 0 w 151191"/>
                  <a:gd name="connsiteY9" fmla="*/ 75086 h 234923"/>
                  <a:gd name="connsiteX10" fmla="*/ 13431 w 151191"/>
                  <a:gd name="connsiteY10" fmla="*/ 61579 h 234923"/>
                  <a:gd name="connsiteX11" fmla="*/ 62008 w 151191"/>
                  <a:gd name="connsiteY11" fmla="*/ 110157 h 234923"/>
                  <a:gd name="connsiteX12" fmla="*/ 62008 w 151191"/>
                  <a:gd name="connsiteY12" fmla="*/ 0 h 234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1191" h="234923">
                    <a:moveTo>
                      <a:pt x="62008" y="0"/>
                    </a:moveTo>
                    <a:lnTo>
                      <a:pt x="81058" y="0"/>
                    </a:lnTo>
                    <a:lnTo>
                      <a:pt x="81058" y="161925"/>
                    </a:lnTo>
                    <a:lnTo>
                      <a:pt x="137722" y="105289"/>
                    </a:lnTo>
                    <a:lnTo>
                      <a:pt x="151191" y="118758"/>
                    </a:lnTo>
                    <a:lnTo>
                      <a:pt x="81058" y="188900"/>
                    </a:lnTo>
                    <a:lnTo>
                      <a:pt x="81058" y="234923"/>
                    </a:lnTo>
                    <a:lnTo>
                      <a:pt x="62008" y="234923"/>
                    </a:lnTo>
                    <a:lnTo>
                      <a:pt x="62008" y="137093"/>
                    </a:lnTo>
                    <a:lnTo>
                      <a:pt x="0" y="75086"/>
                    </a:lnTo>
                    <a:lnTo>
                      <a:pt x="13431" y="61579"/>
                    </a:lnTo>
                    <a:lnTo>
                      <a:pt x="62008" y="110157"/>
                    </a:lnTo>
                    <a:lnTo>
                      <a:pt x="6200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B2D62F4-4334-CCC5-4B6C-D3CE121632DF}"/>
                  </a:ext>
                </a:extLst>
              </p:cNvPr>
              <p:cNvSpPr/>
              <p:nvPr/>
            </p:nvSpPr>
            <p:spPr>
              <a:xfrm>
                <a:off x="-571265" y="1796193"/>
                <a:ext cx="216403" cy="266759"/>
              </a:xfrm>
              <a:custGeom>
                <a:avLst/>
                <a:gdLst>
                  <a:gd name="connsiteX0" fmla="*/ 141790 w 283576"/>
                  <a:gd name="connsiteY0" fmla="*/ 0 h 349565"/>
                  <a:gd name="connsiteX1" fmla="*/ 237030 w 283576"/>
                  <a:gd name="connsiteY1" fmla="*/ 140228 h 349565"/>
                  <a:gd name="connsiteX2" fmla="*/ 204995 w 283576"/>
                  <a:gd name="connsiteY2" fmla="*/ 136248 h 349565"/>
                  <a:gd name="connsiteX3" fmla="*/ 258480 w 283576"/>
                  <a:gd name="connsiteY3" fmla="*/ 218919 h 349565"/>
                  <a:gd name="connsiteX4" fmla="*/ 215189 w 283576"/>
                  <a:gd name="connsiteY4" fmla="*/ 207359 h 349565"/>
                  <a:gd name="connsiteX5" fmla="*/ 283576 w 283576"/>
                  <a:gd name="connsiteY5" fmla="*/ 314080 h 349565"/>
                  <a:gd name="connsiteX6" fmla="*/ 143697 w 283576"/>
                  <a:gd name="connsiteY6" fmla="*/ 300502 h 349565"/>
                  <a:gd name="connsiteX7" fmla="*/ 143697 w 283576"/>
                  <a:gd name="connsiteY7" fmla="*/ 349565 h 349565"/>
                  <a:gd name="connsiteX8" fmla="*/ 124644 w 283576"/>
                  <a:gd name="connsiteY8" fmla="*/ 349565 h 349565"/>
                  <a:gd name="connsiteX9" fmla="*/ 124644 w 283576"/>
                  <a:gd name="connsiteY9" fmla="*/ 301986 h 349565"/>
                  <a:gd name="connsiteX10" fmla="*/ 0 w 283576"/>
                  <a:gd name="connsiteY10" fmla="*/ 314083 h 349565"/>
                  <a:gd name="connsiteX11" fmla="*/ 68389 w 283576"/>
                  <a:gd name="connsiteY11" fmla="*/ 207359 h 349565"/>
                  <a:gd name="connsiteX12" fmla="*/ 25099 w 283576"/>
                  <a:gd name="connsiteY12" fmla="*/ 218916 h 349565"/>
                  <a:gd name="connsiteX13" fmla="*/ 78584 w 283576"/>
                  <a:gd name="connsiteY13" fmla="*/ 136245 h 349565"/>
                  <a:gd name="connsiteX14" fmla="*/ 46549 w 283576"/>
                  <a:gd name="connsiteY14" fmla="*/ 140225 h 349565"/>
                  <a:gd name="connsiteX15" fmla="*/ 141790 w 283576"/>
                  <a:gd name="connsiteY15" fmla="*/ 0 h 349565"/>
                  <a:gd name="connsiteX16" fmla="*/ 141790 w 283576"/>
                  <a:gd name="connsiteY16" fmla="*/ 33909 h 349565"/>
                  <a:gd name="connsiteX17" fmla="*/ 85932 w 283576"/>
                  <a:gd name="connsiteY17" fmla="*/ 116134 h 349565"/>
                  <a:gd name="connsiteX18" fmla="*/ 116758 w 283576"/>
                  <a:gd name="connsiteY18" fmla="*/ 112306 h 349565"/>
                  <a:gd name="connsiteX19" fmla="*/ 67942 w 283576"/>
                  <a:gd name="connsiteY19" fmla="*/ 187760 h 349565"/>
                  <a:gd name="connsiteX20" fmla="*/ 110933 w 283576"/>
                  <a:gd name="connsiteY20" fmla="*/ 176284 h 349565"/>
                  <a:gd name="connsiteX21" fmla="*/ 37210 w 283576"/>
                  <a:gd name="connsiteY21" fmla="*/ 291328 h 349565"/>
                  <a:gd name="connsiteX22" fmla="*/ 141790 w 283576"/>
                  <a:gd name="connsiteY22" fmla="*/ 281178 h 349565"/>
                  <a:gd name="connsiteX23" fmla="*/ 246365 w 283576"/>
                  <a:gd name="connsiteY23" fmla="*/ 291328 h 349565"/>
                  <a:gd name="connsiteX24" fmla="*/ 172641 w 283576"/>
                  <a:gd name="connsiteY24" fmla="*/ 176284 h 349565"/>
                  <a:gd name="connsiteX25" fmla="*/ 215636 w 283576"/>
                  <a:gd name="connsiteY25" fmla="*/ 187763 h 349565"/>
                  <a:gd name="connsiteX26" fmla="*/ 166820 w 283576"/>
                  <a:gd name="connsiteY26" fmla="*/ 112309 h 349565"/>
                  <a:gd name="connsiteX27" fmla="*/ 197646 w 283576"/>
                  <a:gd name="connsiteY27" fmla="*/ 116136 h 349565"/>
                  <a:gd name="connsiteX28" fmla="*/ 141790 w 283576"/>
                  <a:gd name="connsiteY28" fmla="*/ 33909 h 349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83576" h="349565">
                    <a:moveTo>
                      <a:pt x="141790" y="0"/>
                    </a:moveTo>
                    <a:lnTo>
                      <a:pt x="237030" y="140228"/>
                    </a:lnTo>
                    <a:lnTo>
                      <a:pt x="204995" y="136248"/>
                    </a:lnTo>
                    <a:lnTo>
                      <a:pt x="258480" y="218919"/>
                    </a:lnTo>
                    <a:lnTo>
                      <a:pt x="215189" y="207359"/>
                    </a:lnTo>
                    <a:lnTo>
                      <a:pt x="283576" y="314080"/>
                    </a:lnTo>
                    <a:lnTo>
                      <a:pt x="143697" y="300502"/>
                    </a:lnTo>
                    <a:lnTo>
                      <a:pt x="143697" y="349565"/>
                    </a:lnTo>
                    <a:lnTo>
                      <a:pt x="124644" y="349565"/>
                    </a:lnTo>
                    <a:lnTo>
                      <a:pt x="124644" y="301986"/>
                    </a:lnTo>
                    <a:lnTo>
                      <a:pt x="0" y="314083"/>
                    </a:lnTo>
                    <a:lnTo>
                      <a:pt x="68389" y="207359"/>
                    </a:lnTo>
                    <a:lnTo>
                      <a:pt x="25099" y="218916"/>
                    </a:lnTo>
                    <a:lnTo>
                      <a:pt x="78584" y="136245"/>
                    </a:lnTo>
                    <a:lnTo>
                      <a:pt x="46549" y="140225"/>
                    </a:lnTo>
                    <a:lnTo>
                      <a:pt x="141790" y="0"/>
                    </a:lnTo>
                    <a:close/>
                    <a:moveTo>
                      <a:pt x="141790" y="33909"/>
                    </a:moveTo>
                    <a:lnTo>
                      <a:pt x="85932" y="116134"/>
                    </a:lnTo>
                    <a:lnTo>
                      <a:pt x="116758" y="112306"/>
                    </a:lnTo>
                    <a:lnTo>
                      <a:pt x="67942" y="187760"/>
                    </a:lnTo>
                    <a:lnTo>
                      <a:pt x="110933" y="176284"/>
                    </a:lnTo>
                    <a:lnTo>
                      <a:pt x="37210" y="291328"/>
                    </a:lnTo>
                    <a:lnTo>
                      <a:pt x="141790" y="281178"/>
                    </a:lnTo>
                    <a:lnTo>
                      <a:pt x="246365" y="291328"/>
                    </a:lnTo>
                    <a:lnTo>
                      <a:pt x="172641" y="176284"/>
                    </a:lnTo>
                    <a:lnTo>
                      <a:pt x="215636" y="187763"/>
                    </a:lnTo>
                    <a:lnTo>
                      <a:pt x="166820" y="112309"/>
                    </a:lnTo>
                    <a:lnTo>
                      <a:pt x="197646" y="116136"/>
                    </a:lnTo>
                    <a:lnTo>
                      <a:pt x="141790" y="339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E297BC1D-BA9D-7177-2697-59140D73AA16}"/>
                  </a:ext>
                </a:extLst>
              </p:cNvPr>
              <p:cNvSpPr/>
              <p:nvPr/>
            </p:nvSpPr>
            <p:spPr>
              <a:xfrm>
                <a:off x="-1301625" y="1869050"/>
                <a:ext cx="149912" cy="184796"/>
              </a:xfrm>
              <a:custGeom>
                <a:avLst/>
                <a:gdLst>
                  <a:gd name="connsiteX0" fmla="*/ 141790 w 283576"/>
                  <a:gd name="connsiteY0" fmla="*/ 0 h 349565"/>
                  <a:gd name="connsiteX1" fmla="*/ 237030 w 283576"/>
                  <a:gd name="connsiteY1" fmla="*/ 140228 h 349565"/>
                  <a:gd name="connsiteX2" fmla="*/ 204995 w 283576"/>
                  <a:gd name="connsiteY2" fmla="*/ 136248 h 349565"/>
                  <a:gd name="connsiteX3" fmla="*/ 258480 w 283576"/>
                  <a:gd name="connsiteY3" fmla="*/ 218919 h 349565"/>
                  <a:gd name="connsiteX4" fmla="*/ 215189 w 283576"/>
                  <a:gd name="connsiteY4" fmla="*/ 207359 h 349565"/>
                  <a:gd name="connsiteX5" fmla="*/ 283576 w 283576"/>
                  <a:gd name="connsiteY5" fmla="*/ 314080 h 349565"/>
                  <a:gd name="connsiteX6" fmla="*/ 143697 w 283576"/>
                  <a:gd name="connsiteY6" fmla="*/ 300502 h 349565"/>
                  <a:gd name="connsiteX7" fmla="*/ 143697 w 283576"/>
                  <a:gd name="connsiteY7" fmla="*/ 349565 h 349565"/>
                  <a:gd name="connsiteX8" fmla="*/ 124644 w 283576"/>
                  <a:gd name="connsiteY8" fmla="*/ 349565 h 349565"/>
                  <a:gd name="connsiteX9" fmla="*/ 124644 w 283576"/>
                  <a:gd name="connsiteY9" fmla="*/ 301986 h 349565"/>
                  <a:gd name="connsiteX10" fmla="*/ 0 w 283576"/>
                  <a:gd name="connsiteY10" fmla="*/ 314083 h 349565"/>
                  <a:gd name="connsiteX11" fmla="*/ 68389 w 283576"/>
                  <a:gd name="connsiteY11" fmla="*/ 207359 h 349565"/>
                  <a:gd name="connsiteX12" fmla="*/ 25099 w 283576"/>
                  <a:gd name="connsiteY12" fmla="*/ 218916 h 349565"/>
                  <a:gd name="connsiteX13" fmla="*/ 78584 w 283576"/>
                  <a:gd name="connsiteY13" fmla="*/ 136245 h 349565"/>
                  <a:gd name="connsiteX14" fmla="*/ 46549 w 283576"/>
                  <a:gd name="connsiteY14" fmla="*/ 140225 h 349565"/>
                  <a:gd name="connsiteX15" fmla="*/ 141790 w 283576"/>
                  <a:gd name="connsiteY15" fmla="*/ 0 h 349565"/>
                  <a:gd name="connsiteX16" fmla="*/ 141790 w 283576"/>
                  <a:gd name="connsiteY16" fmla="*/ 33909 h 349565"/>
                  <a:gd name="connsiteX17" fmla="*/ 85932 w 283576"/>
                  <a:gd name="connsiteY17" fmla="*/ 116134 h 349565"/>
                  <a:gd name="connsiteX18" fmla="*/ 116758 w 283576"/>
                  <a:gd name="connsiteY18" fmla="*/ 112306 h 349565"/>
                  <a:gd name="connsiteX19" fmla="*/ 67942 w 283576"/>
                  <a:gd name="connsiteY19" fmla="*/ 187760 h 349565"/>
                  <a:gd name="connsiteX20" fmla="*/ 110933 w 283576"/>
                  <a:gd name="connsiteY20" fmla="*/ 176284 h 349565"/>
                  <a:gd name="connsiteX21" fmla="*/ 37210 w 283576"/>
                  <a:gd name="connsiteY21" fmla="*/ 291328 h 349565"/>
                  <a:gd name="connsiteX22" fmla="*/ 141790 w 283576"/>
                  <a:gd name="connsiteY22" fmla="*/ 281178 h 349565"/>
                  <a:gd name="connsiteX23" fmla="*/ 246365 w 283576"/>
                  <a:gd name="connsiteY23" fmla="*/ 291328 h 349565"/>
                  <a:gd name="connsiteX24" fmla="*/ 172641 w 283576"/>
                  <a:gd name="connsiteY24" fmla="*/ 176284 h 349565"/>
                  <a:gd name="connsiteX25" fmla="*/ 215636 w 283576"/>
                  <a:gd name="connsiteY25" fmla="*/ 187763 h 349565"/>
                  <a:gd name="connsiteX26" fmla="*/ 166820 w 283576"/>
                  <a:gd name="connsiteY26" fmla="*/ 112309 h 349565"/>
                  <a:gd name="connsiteX27" fmla="*/ 197646 w 283576"/>
                  <a:gd name="connsiteY27" fmla="*/ 116136 h 349565"/>
                  <a:gd name="connsiteX28" fmla="*/ 141790 w 283576"/>
                  <a:gd name="connsiteY28" fmla="*/ 33909 h 349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83576" h="349565">
                    <a:moveTo>
                      <a:pt x="141790" y="0"/>
                    </a:moveTo>
                    <a:lnTo>
                      <a:pt x="237030" y="140228"/>
                    </a:lnTo>
                    <a:lnTo>
                      <a:pt x="204995" y="136248"/>
                    </a:lnTo>
                    <a:lnTo>
                      <a:pt x="258480" y="218919"/>
                    </a:lnTo>
                    <a:lnTo>
                      <a:pt x="215189" y="207359"/>
                    </a:lnTo>
                    <a:lnTo>
                      <a:pt x="283576" y="314080"/>
                    </a:lnTo>
                    <a:lnTo>
                      <a:pt x="143697" y="300502"/>
                    </a:lnTo>
                    <a:lnTo>
                      <a:pt x="143697" y="349565"/>
                    </a:lnTo>
                    <a:lnTo>
                      <a:pt x="124644" y="349565"/>
                    </a:lnTo>
                    <a:lnTo>
                      <a:pt x="124644" y="301986"/>
                    </a:lnTo>
                    <a:lnTo>
                      <a:pt x="0" y="314083"/>
                    </a:lnTo>
                    <a:lnTo>
                      <a:pt x="68389" y="207359"/>
                    </a:lnTo>
                    <a:lnTo>
                      <a:pt x="25099" y="218916"/>
                    </a:lnTo>
                    <a:lnTo>
                      <a:pt x="78584" y="136245"/>
                    </a:lnTo>
                    <a:lnTo>
                      <a:pt x="46549" y="140225"/>
                    </a:lnTo>
                    <a:lnTo>
                      <a:pt x="141790" y="0"/>
                    </a:lnTo>
                    <a:close/>
                    <a:moveTo>
                      <a:pt x="141790" y="33909"/>
                    </a:moveTo>
                    <a:lnTo>
                      <a:pt x="85932" y="116134"/>
                    </a:lnTo>
                    <a:lnTo>
                      <a:pt x="116758" y="112306"/>
                    </a:lnTo>
                    <a:lnTo>
                      <a:pt x="67942" y="187760"/>
                    </a:lnTo>
                    <a:lnTo>
                      <a:pt x="110933" y="176284"/>
                    </a:lnTo>
                    <a:lnTo>
                      <a:pt x="37210" y="291328"/>
                    </a:lnTo>
                    <a:lnTo>
                      <a:pt x="141790" y="281178"/>
                    </a:lnTo>
                    <a:lnTo>
                      <a:pt x="246365" y="291328"/>
                    </a:lnTo>
                    <a:lnTo>
                      <a:pt x="172641" y="176284"/>
                    </a:lnTo>
                    <a:lnTo>
                      <a:pt x="215636" y="187763"/>
                    </a:lnTo>
                    <a:lnTo>
                      <a:pt x="166820" y="112309"/>
                    </a:lnTo>
                    <a:lnTo>
                      <a:pt x="197646" y="116136"/>
                    </a:lnTo>
                    <a:lnTo>
                      <a:pt x="141790" y="339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206" name="TextBox 205">
            <a:extLst>
              <a:ext uri="{FF2B5EF4-FFF2-40B4-BE49-F238E27FC236}">
                <a16:creationId xmlns:a16="http://schemas.microsoft.com/office/drawing/2014/main" id="{88FC2B8D-DF98-EAE2-CF5E-CC13ECDB8080}"/>
              </a:ext>
            </a:extLst>
          </p:cNvPr>
          <p:cNvSpPr txBox="1"/>
          <p:nvPr/>
        </p:nvSpPr>
        <p:spPr>
          <a:xfrm>
            <a:off x="1609974" y="3896337"/>
            <a:ext cx="2063678" cy="2502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ea typeface="Segoe UI Black" panose="020B0A02040204020203" pitchFamily="34" charset="0"/>
              </a:rPr>
              <a:t>Edit Text Here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8685B928-98B6-4D77-7440-136A70590217}"/>
              </a:ext>
            </a:extLst>
          </p:cNvPr>
          <p:cNvSpPr txBox="1"/>
          <p:nvPr/>
        </p:nvSpPr>
        <p:spPr>
          <a:xfrm>
            <a:off x="1937053" y="4204004"/>
            <a:ext cx="1409520" cy="4556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pic>
        <p:nvPicPr>
          <p:cNvPr id="4" name="Graphic 3" descr="Briefcase outline">
            <a:extLst>
              <a:ext uri="{FF2B5EF4-FFF2-40B4-BE49-F238E27FC236}">
                <a16:creationId xmlns:a16="http://schemas.microsoft.com/office/drawing/2014/main" id="{6F06D176-4F0C-AF1E-B981-B8DDEE8798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6482" y="1985266"/>
            <a:ext cx="314196" cy="314194"/>
          </a:xfrm>
          <a:prstGeom prst="rect">
            <a:avLst/>
          </a:prstGeom>
        </p:spPr>
      </p:pic>
      <p:pic>
        <p:nvPicPr>
          <p:cNvPr id="6" name="Graphic 5" descr="Bullseye outline">
            <a:extLst>
              <a:ext uri="{FF2B5EF4-FFF2-40B4-BE49-F238E27FC236}">
                <a16:creationId xmlns:a16="http://schemas.microsoft.com/office/drawing/2014/main" id="{26751921-FD64-E1F4-E6B6-BB7CC1EC6B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20391" y="5239673"/>
            <a:ext cx="314196" cy="314194"/>
          </a:xfrm>
          <a:prstGeom prst="rect">
            <a:avLst/>
          </a:prstGeom>
        </p:spPr>
      </p:pic>
      <p:pic>
        <p:nvPicPr>
          <p:cNvPr id="8" name="Graphic 7" descr="Group brainstorm outline">
            <a:extLst>
              <a:ext uri="{FF2B5EF4-FFF2-40B4-BE49-F238E27FC236}">
                <a16:creationId xmlns:a16="http://schemas.microsoft.com/office/drawing/2014/main" id="{508FBD0A-C241-8BFB-3B4E-4C6FBABFDD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9873" y="3055630"/>
            <a:ext cx="314196" cy="314194"/>
          </a:xfrm>
          <a:prstGeom prst="rect">
            <a:avLst/>
          </a:prstGeom>
        </p:spPr>
      </p:pic>
      <p:pic>
        <p:nvPicPr>
          <p:cNvPr id="15" name="Graphic 14" descr="Gears outline">
            <a:extLst>
              <a:ext uri="{FF2B5EF4-FFF2-40B4-BE49-F238E27FC236}">
                <a16:creationId xmlns:a16="http://schemas.microsoft.com/office/drawing/2014/main" id="{DDDAD3CA-9910-BA2D-7157-AC0EBFA7D3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6388" y="4153250"/>
            <a:ext cx="314196" cy="31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3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4D9D3A-50EC-E1CA-29BE-5D27D6A7E3D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003C4D1-B646-36CA-202A-08CC2E08A29B}"/>
              </a:ext>
            </a:extLst>
          </p:cNvPr>
          <p:cNvSpPr/>
          <p:nvPr/>
        </p:nvSpPr>
        <p:spPr>
          <a:xfrm>
            <a:off x="4732335" y="2687347"/>
            <a:ext cx="3046569" cy="3046569"/>
          </a:xfrm>
          <a:custGeom>
            <a:avLst/>
            <a:gdLst>
              <a:gd name="connsiteX0" fmla="*/ 6200075 w 6200074"/>
              <a:gd name="connsiteY0" fmla="*/ 3100037 h 6200074"/>
              <a:gd name="connsiteX1" fmla="*/ 3100038 w 6200074"/>
              <a:gd name="connsiteY1" fmla="*/ 6200075 h 6200074"/>
              <a:gd name="connsiteX2" fmla="*/ 0 w 6200074"/>
              <a:gd name="connsiteY2" fmla="*/ 3100037 h 6200074"/>
              <a:gd name="connsiteX3" fmla="*/ 3100038 w 6200074"/>
              <a:gd name="connsiteY3" fmla="*/ 0 h 6200074"/>
              <a:gd name="connsiteX4" fmla="*/ 6200075 w 6200074"/>
              <a:gd name="connsiteY4" fmla="*/ 3100037 h 6200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0074" h="6200074">
                <a:moveTo>
                  <a:pt x="6200075" y="3100037"/>
                </a:moveTo>
                <a:cubicBezTo>
                  <a:pt x="6200075" y="4812141"/>
                  <a:pt x="4812141" y="6200075"/>
                  <a:pt x="3100038" y="6200075"/>
                </a:cubicBezTo>
                <a:cubicBezTo>
                  <a:pt x="1387934" y="6200075"/>
                  <a:pt x="0" y="4812141"/>
                  <a:pt x="0" y="3100037"/>
                </a:cubicBezTo>
                <a:cubicBezTo>
                  <a:pt x="0" y="1387934"/>
                  <a:pt x="1387934" y="0"/>
                  <a:pt x="3100038" y="0"/>
                </a:cubicBezTo>
                <a:cubicBezTo>
                  <a:pt x="4812141" y="0"/>
                  <a:pt x="6200075" y="1387934"/>
                  <a:pt x="6200075" y="3100037"/>
                </a:cubicBezTo>
                <a:close/>
              </a:path>
            </a:pathLst>
          </a:custGeom>
          <a:solidFill>
            <a:schemeClr val="tx1">
              <a:alpha val="25000"/>
            </a:schemeClr>
          </a:solidFill>
          <a:ln w="9436" cap="flat">
            <a:noFill/>
            <a:prstDash val="solid"/>
            <a:miter/>
          </a:ln>
          <a:effectLst>
            <a:softEdge rad="368300"/>
          </a:effectLst>
        </p:spPr>
        <p:txBody>
          <a:bodyPr rtlCol="0" anchor="ctr"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C7AACC-848F-D354-885D-7ED7308F03E2}"/>
              </a:ext>
            </a:extLst>
          </p:cNvPr>
          <p:cNvGrpSpPr/>
          <p:nvPr/>
        </p:nvGrpSpPr>
        <p:grpSpPr>
          <a:xfrm>
            <a:off x="4730860" y="2496395"/>
            <a:ext cx="2714716" cy="2714716"/>
            <a:chOff x="4729272" y="2079171"/>
            <a:chExt cx="2714716" cy="271471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E3773B2-8BC4-84A4-A17A-9F1A83AEBB5F}"/>
                </a:ext>
              </a:extLst>
            </p:cNvPr>
            <p:cNvGrpSpPr/>
            <p:nvPr/>
          </p:nvGrpSpPr>
          <p:grpSpPr>
            <a:xfrm>
              <a:off x="4729272" y="2079171"/>
              <a:ext cx="2714716" cy="2714716"/>
              <a:chOff x="3126659" y="476558"/>
              <a:chExt cx="5919942" cy="5919942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FC0937E-9FCC-CFD1-053D-BB3033C5DCC6}"/>
                  </a:ext>
                </a:extLst>
              </p:cNvPr>
              <p:cNvSpPr/>
              <p:nvPr/>
            </p:nvSpPr>
            <p:spPr>
              <a:xfrm>
                <a:off x="3126659" y="476558"/>
                <a:ext cx="5919942" cy="5919942"/>
              </a:xfrm>
              <a:custGeom>
                <a:avLst/>
                <a:gdLst>
                  <a:gd name="connsiteX0" fmla="*/ 6200075 w 6200074"/>
                  <a:gd name="connsiteY0" fmla="*/ 3100037 h 6200074"/>
                  <a:gd name="connsiteX1" fmla="*/ 3100038 w 6200074"/>
                  <a:gd name="connsiteY1" fmla="*/ 6200075 h 6200074"/>
                  <a:gd name="connsiteX2" fmla="*/ 0 w 6200074"/>
                  <a:gd name="connsiteY2" fmla="*/ 3100037 h 6200074"/>
                  <a:gd name="connsiteX3" fmla="*/ 3100038 w 6200074"/>
                  <a:gd name="connsiteY3" fmla="*/ 0 h 6200074"/>
                  <a:gd name="connsiteX4" fmla="*/ 6200075 w 6200074"/>
                  <a:gd name="connsiteY4" fmla="*/ 3100037 h 6200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00074" h="6200074">
                    <a:moveTo>
                      <a:pt x="6200075" y="3100037"/>
                    </a:moveTo>
                    <a:cubicBezTo>
                      <a:pt x="6200075" y="4812141"/>
                      <a:pt x="4812141" y="6200075"/>
                      <a:pt x="3100038" y="6200075"/>
                    </a:cubicBezTo>
                    <a:cubicBezTo>
                      <a:pt x="1387934" y="6200075"/>
                      <a:pt x="0" y="4812141"/>
                      <a:pt x="0" y="3100037"/>
                    </a:cubicBezTo>
                    <a:cubicBezTo>
                      <a:pt x="0" y="1387934"/>
                      <a:pt x="1387934" y="0"/>
                      <a:pt x="3100038" y="0"/>
                    </a:cubicBezTo>
                    <a:cubicBezTo>
                      <a:pt x="4812141" y="0"/>
                      <a:pt x="6200075" y="1387934"/>
                      <a:pt x="6200075" y="3100037"/>
                    </a:cubicBezTo>
                    <a:close/>
                  </a:path>
                </a:pathLst>
              </a:custGeom>
              <a:solidFill>
                <a:srgbClr val="F9F9FA"/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D0B2AA5B-2258-CE62-DCB8-8AA739455EC3}"/>
                  </a:ext>
                </a:extLst>
              </p:cNvPr>
              <p:cNvSpPr/>
              <p:nvPr/>
            </p:nvSpPr>
            <p:spPr>
              <a:xfrm>
                <a:off x="4108786" y="603137"/>
                <a:ext cx="1942305" cy="2747646"/>
              </a:xfrm>
              <a:custGeom>
                <a:avLst/>
                <a:gdLst>
                  <a:gd name="connsiteX0" fmla="*/ 2062981 w 2062981"/>
                  <a:gd name="connsiteY0" fmla="*/ 0 h 2918358"/>
                  <a:gd name="connsiteX1" fmla="*/ 2062981 w 2062981"/>
                  <a:gd name="connsiteY1" fmla="*/ 2918358 h 2918358"/>
                  <a:gd name="connsiteX2" fmla="*/ 0 w 2062981"/>
                  <a:gd name="connsiteY2" fmla="*/ 855378 h 2918358"/>
                  <a:gd name="connsiteX3" fmla="*/ 185843 w 2062981"/>
                  <a:gd name="connsiteY3" fmla="*/ 686472 h 2918358"/>
                  <a:gd name="connsiteX4" fmla="*/ 1945815 w 2062981"/>
                  <a:gd name="connsiteY4" fmla="*/ 2963 h 2918358"/>
                  <a:gd name="connsiteX5" fmla="*/ 2062981 w 2062981"/>
                  <a:gd name="connsiteY5" fmla="*/ 0 h 2918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62981" h="2918358">
                    <a:moveTo>
                      <a:pt x="2062981" y="0"/>
                    </a:moveTo>
                    <a:lnTo>
                      <a:pt x="2062981" y="2918358"/>
                    </a:lnTo>
                    <a:lnTo>
                      <a:pt x="0" y="855378"/>
                    </a:lnTo>
                    <a:lnTo>
                      <a:pt x="185843" y="686472"/>
                    </a:lnTo>
                    <a:cubicBezTo>
                      <a:pt x="669046" y="287698"/>
                      <a:pt x="1278790" y="36775"/>
                      <a:pt x="1945815" y="2963"/>
                    </a:cubicBezTo>
                    <a:lnTo>
                      <a:pt x="2062981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CE05E46-B510-2B65-71AB-D3B242873F40}"/>
                  </a:ext>
                </a:extLst>
              </p:cNvPr>
              <p:cNvSpPr/>
              <p:nvPr/>
            </p:nvSpPr>
            <p:spPr>
              <a:xfrm>
                <a:off x="6122170" y="603137"/>
                <a:ext cx="1941818" cy="2747267"/>
              </a:xfrm>
              <a:custGeom>
                <a:avLst/>
                <a:gdLst>
                  <a:gd name="connsiteX0" fmla="*/ 0 w 2062464"/>
                  <a:gd name="connsiteY0" fmla="*/ 0 h 2917956"/>
                  <a:gd name="connsiteX1" fmla="*/ 117166 w 2062464"/>
                  <a:gd name="connsiteY1" fmla="*/ 2963 h 2917956"/>
                  <a:gd name="connsiteX2" fmla="*/ 1877137 w 2062464"/>
                  <a:gd name="connsiteY2" fmla="*/ 686472 h 2917956"/>
                  <a:gd name="connsiteX3" fmla="*/ 2062464 w 2062464"/>
                  <a:gd name="connsiteY3" fmla="*/ 854909 h 2917956"/>
                  <a:gd name="connsiteX4" fmla="*/ 0 w 2062464"/>
                  <a:gd name="connsiteY4" fmla="*/ 2917956 h 2917956"/>
                  <a:gd name="connsiteX5" fmla="*/ 0 w 2062464"/>
                  <a:gd name="connsiteY5" fmla="*/ 0 h 2917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62464" h="2917956">
                    <a:moveTo>
                      <a:pt x="0" y="0"/>
                    </a:moveTo>
                    <a:lnTo>
                      <a:pt x="117166" y="2963"/>
                    </a:lnTo>
                    <a:cubicBezTo>
                      <a:pt x="784191" y="36775"/>
                      <a:pt x="1393934" y="287698"/>
                      <a:pt x="1877137" y="686472"/>
                    </a:cubicBezTo>
                    <a:lnTo>
                      <a:pt x="2062464" y="854909"/>
                    </a:lnTo>
                    <a:lnTo>
                      <a:pt x="0" y="29179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90FF81C-2BC9-0822-D334-FD9CF9663963}"/>
                  </a:ext>
                </a:extLst>
              </p:cNvPr>
              <p:cNvSpPr/>
              <p:nvPr/>
            </p:nvSpPr>
            <p:spPr>
              <a:xfrm>
                <a:off x="6172105" y="1458255"/>
                <a:ext cx="2747918" cy="1942735"/>
              </a:xfrm>
              <a:custGeom>
                <a:avLst/>
                <a:gdLst>
                  <a:gd name="connsiteX0" fmla="*/ 2062854 w 2918647"/>
                  <a:gd name="connsiteY0" fmla="*/ 0 h 2063438"/>
                  <a:gd name="connsiteX1" fmla="*/ 2232175 w 2918647"/>
                  <a:gd name="connsiteY1" fmla="*/ 186300 h 2063438"/>
                  <a:gd name="connsiteX2" fmla="*/ 2915684 w 2918647"/>
                  <a:gd name="connsiteY2" fmla="*/ 1946271 h 2063438"/>
                  <a:gd name="connsiteX3" fmla="*/ 2918647 w 2918647"/>
                  <a:gd name="connsiteY3" fmla="*/ 2063438 h 2063438"/>
                  <a:gd name="connsiteX4" fmla="*/ 0 w 2918647"/>
                  <a:gd name="connsiteY4" fmla="*/ 2063438 h 2063438"/>
                  <a:gd name="connsiteX5" fmla="*/ 2062854 w 2918647"/>
                  <a:gd name="connsiteY5" fmla="*/ 0 h 206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18647" h="2063438">
                    <a:moveTo>
                      <a:pt x="2062854" y="0"/>
                    </a:moveTo>
                    <a:lnTo>
                      <a:pt x="2232175" y="186300"/>
                    </a:lnTo>
                    <a:cubicBezTo>
                      <a:pt x="2630949" y="669503"/>
                      <a:pt x="2881872" y="1279247"/>
                      <a:pt x="2915684" y="1946271"/>
                    </a:cubicBezTo>
                    <a:lnTo>
                      <a:pt x="2918647" y="2063438"/>
                    </a:lnTo>
                    <a:lnTo>
                      <a:pt x="0" y="2063438"/>
                    </a:lnTo>
                    <a:lnTo>
                      <a:pt x="206285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07D3316-725A-CD8A-6CF2-8E132024C6C3}"/>
                  </a:ext>
                </a:extLst>
              </p:cNvPr>
              <p:cNvSpPr/>
              <p:nvPr/>
            </p:nvSpPr>
            <p:spPr>
              <a:xfrm>
                <a:off x="3253236" y="1458741"/>
                <a:ext cx="2747540" cy="1942249"/>
              </a:xfrm>
              <a:custGeom>
                <a:avLst/>
                <a:gdLst>
                  <a:gd name="connsiteX0" fmla="*/ 855324 w 2918246"/>
                  <a:gd name="connsiteY0" fmla="*/ 0 h 2062922"/>
                  <a:gd name="connsiteX1" fmla="*/ 2918246 w 2918246"/>
                  <a:gd name="connsiteY1" fmla="*/ 2062922 h 2062922"/>
                  <a:gd name="connsiteX2" fmla="*/ 0 w 2918246"/>
                  <a:gd name="connsiteY2" fmla="*/ 2062922 h 2062922"/>
                  <a:gd name="connsiteX3" fmla="*/ 2963 w 2918246"/>
                  <a:gd name="connsiteY3" fmla="*/ 1945755 h 2062922"/>
                  <a:gd name="connsiteX4" fmla="*/ 686472 w 2918246"/>
                  <a:gd name="connsiteY4" fmla="*/ 185784 h 2062922"/>
                  <a:gd name="connsiteX5" fmla="*/ 855324 w 2918246"/>
                  <a:gd name="connsiteY5" fmla="*/ 0 h 2062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18246" h="2062922">
                    <a:moveTo>
                      <a:pt x="855324" y="0"/>
                    </a:moveTo>
                    <a:lnTo>
                      <a:pt x="2918246" y="2062922"/>
                    </a:lnTo>
                    <a:lnTo>
                      <a:pt x="0" y="2062922"/>
                    </a:lnTo>
                    <a:lnTo>
                      <a:pt x="2963" y="1945755"/>
                    </a:lnTo>
                    <a:cubicBezTo>
                      <a:pt x="36775" y="1278731"/>
                      <a:pt x="287697" y="668987"/>
                      <a:pt x="686472" y="185784"/>
                    </a:cubicBezTo>
                    <a:lnTo>
                      <a:pt x="85532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9255189-AB10-BD9E-ABC6-3AA0381B03BC}"/>
                  </a:ext>
                </a:extLst>
              </p:cNvPr>
              <p:cNvSpPr/>
              <p:nvPr/>
            </p:nvSpPr>
            <p:spPr>
              <a:xfrm>
                <a:off x="3253236" y="3472070"/>
                <a:ext cx="2747301" cy="1942411"/>
              </a:xfrm>
              <a:custGeom>
                <a:avLst/>
                <a:gdLst>
                  <a:gd name="connsiteX0" fmla="*/ 0 w 2917992"/>
                  <a:gd name="connsiteY0" fmla="*/ 0 h 2063094"/>
                  <a:gd name="connsiteX1" fmla="*/ 2917992 w 2917992"/>
                  <a:gd name="connsiteY1" fmla="*/ 0 h 2063094"/>
                  <a:gd name="connsiteX2" fmla="*/ 855482 w 2917992"/>
                  <a:gd name="connsiteY2" fmla="*/ 2063094 h 2063094"/>
                  <a:gd name="connsiteX3" fmla="*/ 686472 w 2917992"/>
                  <a:gd name="connsiteY3" fmla="*/ 1877137 h 2063094"/>
                  <a:gd name="connsiteX4" fmla="*/ 2963 w 2917992"/>
                  <a:gd name="connsiteY4" fmla="*/ 117165 h 2063094"/>
                  <a:gd name="connsiteX5" fmla="*/ 0 w 2917992"/>
                  <a:gd name="connsiteY5" fmla="*/ 0 h 2063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17992" h="2063094">
                    <a:moveTo>
                      <a:pt x="0" y="0"/>
                    </a:moveTo>
                    <a:lnTo>
                      <a:pt x="2917992" y="0"/>
                    </a:lnTo>
                    <a:lnTo>
                      <a:pt x="855482" y="2063094"/>
                    </a:lnTo>
                    <a:lnTo>
                      <a:pt x="686472" y="1877137"/>
                    </a:lnTo>
                    <a:cubicBezTo>
                      <a:pt x="287697" y="1393934"/>
                      <a:pt x="36775" y="784190"/>
                      <a:pt x="2963" y="11716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791493A-17BC-18A9-C0DD-4CB97E1CE01F}"/>
                  </a:ext>
                </a:extLst>
              </p:cNvPr>
              <p:cNvSpPr/>
              <p:nvPr/>
            </p:nvSpPr>
            <p:spPr>
              <a:xfrm>
                <a:off x="6172378" y="3472070"/>
                <a:ext cx="2747645" cy="1942304"/>
              </a:xfrm>
              <a:custGeom>
                <a:avLst/>
                <a:gdLst>
                  <a:gd name="connsiteX0" fmla="*/ 0 w 2918357"/>
                  <a:gd name="connsiteY0" fmla="*/ 0 h 2062980"/>
                  <a:gd name="connsiteX1" fmla="*/ 2918357 w 2918357"/>
                  <a:gd name="connsiteY1" fmla="*/ 0 h 2062980"/>
                  <a:gd name="connsiteX2" fmla="*/ 2915394 w 2918357"/>
                  <a:gd name="connsiteY2" fmla="*/ 117165 h 2062980"/>
                  <a:gd name="connsiteX3" fmla="*/ 2231885 w 2918357"/>
                  <a:gd name="connsiteY3" fmla="*/ 1877137 h 2062980"/>
                  <a:gd name="connsiteX4" fmla="*/ 2062980 w 2918357"/>
                  <a:gd name="connsiteY4" fmla="*/ 2062980 h 2062980"/>
                  <a:gd name="connsiteX5" fmla="*/ 0 w 2918357"/>
                  <a:gd name="connsiteY5" fmla="*/ 0 h 206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18357" h="2062980">
                    <a:moveTo>
                      <a:pt x="0" y="0"/>
                    </a:moveTo>
                    <a:lnTo>
                      <a:pt x="2918357" y="0"/>
                    </a:lnTo>
                    <a:lnTo>
                      <a:pt x="2915394" y="117165"/>
                    </a:lnTo>
                    <a:cubicBezTo>
                      <a:pt x="2881582" y="784190"/>
                      <a:pt x="2630659" y="1393934"/>
                      <a:pt x="2231885" y="1877137"/>
                    </a:cubicBezTo>
                    <a:lnTo>
                      <a:pt x="2062980" y="20629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06BBA1E-36B9-A9B5-D1DE-633927C0DB2F}"/>
                  </a:ext>
                </a:extLst>
              </p:cNvPr>
              <p:cNvSpPr/>
              <p:nvPr/>
            </p:nvSpPr>
            <p:spPr>
              <a:xfrm>
                <a:off x="4108949" y="3522038"/>
                <a:ext cx="1942141" cy="2747884"/>
              </a:xfrm>
              <a:custGeom>
                <a:avLst/>
                <a:gdLst>
                  <a:gd name="connsiteX0" fmla="*/ 2062807 w 2062807"/>
                  <a:gd name="connsiteY0" fmla="*/ 0 h 2918611"/>
                  <a:gd name="connsiteX1" fmla="*/ 2062807 w 2062807"/>
                  <a:gd name="connsiteY1" fmla="*/ 2918611 h 2918611"/>
                  <a:gd name="connsiteX2" fmla="*/ 1945641 w 2062807"/>
                  <a:gd name="connsiteY2" fmla="*/ 2915648 h 2918611"/>
                  <a:gd name="connsiteX3" fmla="*/ 185669 w 2062807"/>
                  <a:gd name="connsiteY3" fmla="*/ 2232139 h 2918611"/>
                  <a:gd name="connsiteX4" fmla="*/ 0 w 2062807"/>
                  <a:gd name="connsiteY4" fmla="*/ 2063391 h 2918611"/>
                  <a:gd name="connsiteX5" fmla="*/ 2062807 w 2062807"/>
                  <a:gd name="connsiteY5" fmla="*/ 0 h 2918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62807" h="2918611">
                    <a:moveTo>
                      <a:pt x="2062807" y="0"/>
                    </a:moveTo>
                    <a:lnTo>
                      <a:pt x="2062807" y="2918611"/>
                    </a:lnTo>
                    <a:lnTo>
                      <a:pt x="1945641" y="2915648"/>
                    </a:lnTo>
                    <a:cubicBezTo>
                      <a:pt x="1278616" y="2881837"/>
                      <a:pt x="668872" y="2630914"/>
                      <a:pt x="185669" y="2232139"/>
                    </a:cubicBezTo>
                    <a:lnTo>
                      <a:pt x="0" y="2063391"/>
                    </a:lnTo>
                    <a:lnTo>
                      <a:pt x="206280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99771F96-A629-CF61-33C4-234946068E0E}"/>
                  </a:ext>
                </a:extLst>
              </p:cNvPr>
              <p:cNvSpPr/>
              <p:nvPr/>
            </p:nvSpPr>
            <p:spPr>
              <a:xfrm>
                <a:off x="6122170" y="3522383"/>
                <a:ext cx="1942249" cy="2747539"/>
              </a:xfrm>
              <a:custGeom>
                <a:avLst/>
                <a:gdLst>
                  <a:gd name="connsiteX0" fmla="*/ 0 w 2062921"/>
                  <a:gd name="connsiteY0" fmla="*/ 0 h 2918245"/>
                  <a:gd name="connsiteX1" fmla="*/ 2062921 w 2062921"/>
                  <a:gd name="connsiteY1" fmla="*/ 2062921 h 2918245"/>
                  <a:gd name="connsiteX2" fmla="*/ 1877137 w 2062921"/>
                  <a:gd name="connsiteY2" fmla="*/ 2231773 h 2918245"/>
                  <a:gd name="connsiteX3" fmla="*/ 117166 w 2062921"/>
                  <a:gd name="connsiteY3" fmla="*/ 2915282 h 2918245"/>
                  <a:gd name="connsiteX4" fmla="*/ 0 w 2062921"/>
                  <a:gd name="connsiteY4" fmla="*/ 2918245 h 2918245"/>
                  <a:gd name="connsiteX5" fmla="*/ 0 w 2062921"/>
                  <a:gd name="connsiteY5" fmla="*/ 0 h 2918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62921" h="2918245">
                    <a:moveTo>
                      <a:pt x="0" y="0"/>
                    </a:moveTo>
                    <a:lnTo>
                      <a:pt x="2062921" y="2062921"/>
                    </a:lnTo>
                    <a:lnTo>
                      <a:pt x="1877137" y="2231773"/>
                    </a:lnTo>
                    <a:cubicBezTo>
                      <a:pt x="1393934" y="2630548"/>
                      <a:pt x="784191" y="2881471"/>
                      <a:pt x="117166" y="2915282"/>
                    </a:cubicBezTo>
                    <a:lnTo>
                      <a:pt x="0" y="29182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B280260-D9A1-87AD-0B19-B838B6A3A6AB}"/>
                </a:ext>
              </a:extLst>
            </p:cNvPr>
            <p:cNvSpPr/>
            <p:nvPr/>
          </p:nvSpPr>
          <p:spPr>
            <a:xfrm>
              <a:off x="4943630" y="2293529"/>
              <a:ext cx="2286000" cy="2286000"/>
            </a:xfrm>
            <a:prstGeom prst="ellipse">
              <a:avLst/>
            </a:prstGeom>
            <a:gradFill flip="none" rotWithShape="1">
              <a:gsLst>
                <a:gs pos="700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22E76A2F-FFAF-1E62-1AD1-8154FDDD271E}"/>
              </a:ext>
            </a:extLst>
          </p:cNvPr>
          <p:cNvSpPr/>
          <p:nvPr/>
        </p:nvSpPr>
        <p:spPr>
          <a:xfrm>
            <a:off x="7649883" y="5562211"/>
            <a:ext cx="152464" cy="15246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6396688-85A2-1B2C-7197-C0C6E43110A8}"/>
              </a:ext>
            </a:extLst>
          </p:cNvPr>
          <p:cNvSpPr/>
          <p:nvPr/>
        </p:nvSpPr>
        <p:spPr>
          <a:xfrm>
            <a:off x="7713789" y="5255598"/>
            <a:ext cx="3080690" cy="765690"/>
          </a:xfrm>
          <a:prstGeom prst="roundRect">
            <a:avLst>
              <a:gd name="adj" fmla="val 1195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824DE71-0925-7941-1FCD-FC13B7D73841}"/>
              </a:ext>
            </a:extLst>
          </p:cNvPr>
          <p:cNvGrpSpPr/>
          <p:nvPr/>
        </p:nvGrpSpPr>
        <p:grpSpPr>
          <a:xfrm>
            <a:off x="7802772" y="5329106"/>
            <a:ext cx="655098" cy="618677"/>
            <a:chOff x="7779858" y="1681178"/>
            <a:chExt cx="670176" cy="632917"/>
          </a:xfr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</a:gradFill>
          <a:effectLst>
            <a:outerShdw blurRad="165100" dist="38100" algn="l" rotWithShape="0">
              <a:prstClr val="black">
                <a:alpha val="23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154B5C6-C17E-2F03-FD3E-BA18FCA15EFB}"/>
                </a:ext>
              </a:extLst>
            </p:cNvPr>
            <p:cNvSpPr/>
            <p:nvPr/>
          </p:nvSpPr>
          <p:spPr>
            <a:xfrm>
              <a:off x="7779858" y="1681178"/>
              <a:ext cx="592389" cy="632917"/>
            </a:xfrm>
            <a:prstGeom prst="roundRect">
              <a:avLst>
                <a:gd name="adj" fmla="val 119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BD630AFE-CA7E-69D1-60F8-C8A41BFE181D}"/>
                </a:ext>
              </a:extLst>
            </p:cNvPr>
            <p:cNvSpPr/>
            <p:nvPr/>
          </p:nvSpPr>
          <p:spPr>
            <a:xfrm rot="5400000">
              <a:off x="8306277" y="1944112"/>
              <a:ext cx="180466" cy="10704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8395E74-1469-5782-361A-AF7E32730221}"/>
              </a:ext>
            </a:extLst>
          </p:cNvPr>
          <p:cNvSpPr txBox="1"/>
          <p:nvPr/>
        </p:nvSpPr>
        <p:spPr>
          <a:xfrm>
            <a:off x="10128449" y="5370597"/>
            <a:ext cx="537327" cy="5356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04</a:t>
            </a:r>
            <a:endParaRPr lang="en-IN" sz="3200" b="1" dirty="0">
              <a:solidFill>
                <a:schemeClr val="bg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0E2107C-0A10-8C0A-D4C0-531B22BF5179}"/>
              </a:ext>
            </a:extLst>
          </p:cNvPr>
          <p:cNvGrpSpPr/>
          <p:nvPr/>
        </p:nvGrpSpPr>
        <p:grpSpPr>
          <a:xfrm>
            <a:off x="8583700" y="5372331"/>
            <a:ext cx="1389258" cy="555076"/>
            <a:chOff x="8570043" y="3190673"/>
            <a:chExt cx="1953464" cy="55507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38A54FB-F666-A204-86BB-A57A838A67C5}"/>
                </a:ext>
              </a:extLst>
            </p:cNvPr>
            <p:cNvSpPr txBox="1"/>
            <p:nvPr/>
          </p:nvSpPr>
          <p:spPr>
            <a:xfrm>
              <a:off x="8570048" y="3394213"/>
              <a:ext cx="1953459" cy="35153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>
                  <a:solidFill>
                    <a:schemeClr val="bg1"/>
                  </a:solidFill>
                </a:rPr>
                <a:t>Insert your desired text here. 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0A66B-C305-AC22-388E-1213907F43B2}"/>
                </a:ext>
              </a:extLst>
            </p:cNvPr>
            <p:cNvSpPr txBox="1"/>
            <p:nvPr/>
          </p:nvSpPr>
          <p:spPr>
            <a:xfrm>
              <a:off x="8570043" y="3190673"/>
              <a:ext cx="1953460" cy="1653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b="1" dirty="0">
                  <a:solidFill>
                    <a:schemeClr val="bg1"/>
                  </a:solidFill>
                </a:rPr>
                <a:t>Placeholder</a:t>
              </a: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94B57BF9-7BBC-0350-C63A-1BE7A60FA169}"/>
              </a:ext>
            </a:extLst>
          </p:cNvPr>
          <p:cNvSpPr/>
          <p:nvPr/>
        </p:nvSpPr>
        <p:spPr>
          <a:xfrm>
            <a:off x="8436376" y="3193134"/>
            <a:ext cx="152464" cy="152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DD3F0E8-FFD0-7598-CF32-85955096FFFF}"/>
              </a:ext>
            </a:extLst>
          </p:cNvPr>
          <p:cNvSpPr/>
          <p:nvPr/>
        </p:nvSpPr>
        <p:spPr>
          <a:xfrm>
            <a:off x="8500282" y="2886521"/>
            <a:ext cx="3080690" cy="765690"/>
          </a:xfrm>
          <a:prstGeom prst="roundRect">
            <a:avLst>
              <a:gd name="adj" fmla="val 11951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ECBC71-B150-60C1-7951-47B8189F1ACC}"/>
              </a:ext>
            </a:extLst>
          </p:cNvPr>
          <p:cNvGrpSpPr/>
          <p:nvPr/>
        </p:nvGrpSpPr>
        <p:grpSpPr>
          <a:xfrm>
            <a:off x="8589265" y="2960029"/>
            <a:ext cx="655098" cy="618677"/>
            <a:chOff x="7779858" y="1681178"/>
            <a:chExt cx="670176" cy="632917"/>
          </a:xfr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</a:gradFill>
          <a:effectLst>
            <a:outerShdw blurRad="165100" dist="38100" algn="l" rotWithShape="0">
              <a:prstClr val="black">
                <a:alpha val="23000"/>
              </a:prstClr>
            </a:outerShdw>
          </a:effectLst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A673C1EE-11E9-7C48-5E78-20CBC851532A}"/>
                </a:ext>
              </a:extLst>
            </p:cNvPr>
            <p:cNvSpPr/>
            <p:nvPr/>
          </p:nvSpPr>
          <p:spPr>
            <a:xfrm>
              <a:off x="7779858" y="1681178"/>
              <a:ext cx="592389" cy="632917"/>
            </a:xfrm>
            <a:prstGeom prst="roundRect">
              <a:avLst>
                <a:gd name="adj" fmla="val 119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470EDF1-8F56-C5EF-014E-5FC101777082}"/>
                </a:ext>
              </a:extLst>
            </p:cNvPr>
            <p:cNvSpPr/>
            <p:nvPr/>
          </p:nvSpPr>
          <p:spPr>
            <a:xfrm rot="5400000">
              <a:off x="8306277" y="1944112"/>
              <a:ext cx="180466" cy="10704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138E573-19CA-B237-5797-EEF169962D8A}"/>
              </a:ext>
            </a:extLst>
          </p:cNvPr>
          <p:cNvSpPr txBox="1"/>
          <p:nvPr/>
        </p:nvSpPr>
        <p:spPr>
          <a:xfrm>
            <a:off x="10920537" y="3001520"/>
            <a:ext cx="537327" cy="5356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02</a:t>
            </a:r>
            <a:endParaRPr lang="en-IN" sz="3200" b="1" dirty="0">
              <a:solidFill>
                <a:schemeClr val="bg1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6A39241-9D65-D0FB-67BD-AE9903DB82DF}"/>
              </a:ext>
            </a:extLst>
          </p:cNvPr>
          <p:cNvGrpSpPr/>
          <p:nvPr/>
        </p:nvGrpSpPr>
        <p:grpSpPr>
          <a:xfrm>
            <a:off x="9370193" y="3003254"/>
            <a:ext cx="1389258" cy="555076"/>
            <a:chOff x="8570043" y="3190673"/>
            <a:chExt cx="1953464" cy="55507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92FCB25-8C01-5A30-7B95-CC78491A355A}"/>
                </a:ext>
              </a:extLst>
            </p:cNvPr>
            <p:cNvSpPr txBox="1"/>
            <p:nvPr/>
          </p:nvSpPr>
          <p:spPr>
            <a:xfrm>
              <a:off x="8570048" y="3394213"/>
              <a:ext cx="1953459" cy="35153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>
                  <a:solidFill>
                    <a:schemeClr val="bg1"/>
                  </a:solidFill>
                </a:rPr>
                <a:t>Insert your desired text here. 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FE67484-03CC-8BEF-78CF-B9A1198E573A}"/>
                </a:ext>
              </a:extLst>
            </p:cNvPr>
            <p:cNvSpPr txBox="1"/>
            <p:nvPr/>
          </p:nvSpPr>
          <p:spPr>
            <a:xfrm>
              <a:off x="8570043" y="3190673"/>
              <a:ext cx="1953460" cy="1653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b="1" dirty="0">
                  <a:solidFill>
                    <a:schemeClr val="bg1"/>
                  </a:solidFill>
                </a:rPr>
                <a:t>Placeholder</a:t>
              </a:r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82AA3F33-86D7-8436-136B-DB6155A48FE5}"/>
              </a:ext>
            </a:extLst>
          </p:cNvPr>
          <p:cNvSpPr/>
          <p:nvPr/>
        </p:nvSpPr>
        <p:spPr>
          <a:xfrm>
            <a:off x="8436376" y="4377672"/>
            <a:ext cx="152464" cy="1524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40386E8-1ACA-7C4C-13E4-77079E3CEED9}"/>
              </a:ext>
            </a:extLst>
          </p:cNvPr>
          <p:cNvSpPr/>
          <p:nvPr/>
        </p:nvSpPr>
        <p:spPr>
          <a:xfrm>
            <a:off x="8500282" y="4071059"/>
            <a:ext cx="3080690" cy="765690"/>
          </a:xfrm>
          <a:prstGeom prst="roundRect">
            <a:avLst>
              <a:gd name="adj" fmla="val 11951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EF133C-FFBC-04F5-1B17-6BC48DD1C062}"/>
              </a:ext>
            </a:extLst>
          </p:cNvPr>
          <p:cNvGrpSpPr/>
          <p:nvPr/>
        </p:nvGrpSpPr>
        <p:grpSpPr>
          <a:xfrm>
            <a:off x="8589265" y="4144567"/>
            <a:ext cx="655098" cy="618677"/>
            <a:chOff x="7779858" y="1681178"/>
            <a:chExt cx="670176" cy="632917"/>
          </a:xfr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</a:gradFill>
          <a:effectLst>
            <a:outerShdw blurRad="165100" dist="38100" algn="l" rotWithShape="0">
              <a:prstClr val="black">
                <a:alpha val="23000"/>
              </a:prstClr>
            </a:outerShdw>
          </a:effectLst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3BC9870-8886-E417-E4F7-66554D036B6F}"/>
                </a:ext>
              </a:extLst>
            </p:cNvPr>
            <p:cNvSpPr/>
            <p:nvPr/>
          </p:nvSpPr>
          <p:spPr>
            <a:xfrm>
              <a:off x="7779858" y="1681178"/>
              <a:ext cx="592389" cy="632917"/>
            </a:xfrm>
            <a:prstGeom prst="roundRect">
              <a:avLst>
                <a:gd name="adj" fmla="val 119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23B9A8F1-5341-A987-7C2D-C9FCE11723D0}"/>
                </a:ext>
              </a:extLst>
            </p:cNvPr>
            <p:cNvSpPr/>
            <p:nvPr/>
          </p:nvSpPr>
          <p:spPr>
            <a:xfrm rot="5400000">
              <a:off x="8306277" y="1944112"/>
              <a:ext cx="180466" cy="10704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B587F6D-D5F5-F586-331A-DE3145A6F2DD}"/>
              </a:ext>
            </a:extLst>
          </p:cNvPr>
          <p:cNvSpPr txBox="1"/>
          <p:nvPr/>
        </p:nvSpPr>
        <p:spPr>
          <a:xfrm>
            <a:off x="10920537" y="4186058"/>
            <a:ext cx="537327" cy="5356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03</a:t>
            </a:r>
            <a:endParaRPr lang="en-IN" sz="3200" b="1" dirty="0">
              <a:solidFill>
                <a:schemeClr val="bg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DBEF4D7-AB59-7BB2-AAEA-EA3F8D9D622B}"/>
              </a:ext>
            </a:extLst>
          </p:cNvPr>
          <p:cNvGrpSpPr/>
          <p:nvPr/>
        </p:nvGrpSpPr>
        <p:grpSpPr>
          <a:xfrm>
            <a:off x="9370193" y="4187792"/>
            <a:ext cx="1389258" cy="555076"/>
            <a:chOff x="8570043" y="3190673"/>
            <a:chExt cx="1953464" cy="55507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B240252-DFFA-54F7-12F5-8F5FB97A5564}"/>
                </a:ext>
              </a:extLst>
            </p:cNvPr>
            <p:cNvSpPr txBox="1"/>
            <p:nvPr/>
          </p:nvSpPr>
          <p:spPr>
            <a:xfrm>
              <a:off x="8570048" y="3394213"/>
              <a:ext cx="1953459" cy="35153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>
                  <a:solidFill>
                    <a:schemeClr val="bg1"/>
                  </a:solidFill>
                </a:rPr>
                <a:t>Insert your desired text here. 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736B9A7-2A7F-8E43-43C2-B4B710638CDA}"/>
                </a:ext>
              </a:extLst>
            </p:cNvPr>
            <p:cNvSpPr txBox="1"/>
            <p:nvPr/>
          </p:nvSpPr>
          <p:spPr>
            <a:xfrm>
              <a:off x="8570043" y="3190673"/>
              <a:ext cx="1953460" cy="1653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b="1" dirty="0">
                  <a:solidFill>
                    <a:schemeClr val="bg1"/>
                  </a:solidFill>
                </a:rPr>
                <a:t>Placeholder</a:t>
              </a:r>
            </a:p>
          </p:txBody>
        </p: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362598E2-284F-887F-D20B-ED324E70CF04}"/>
              </a:ext>
            </a:extLst>
          </p:cNvPr>
          <p:cNvSpPr/>
          <p:nvPr/>
        </p:nvSpPr>
        <p:spPr>
          <a:xfrm flipH="1">
            <a:off x="4389654" y="2008596"/>
            <a:ext cx="152464" cy="152464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30B77E8-8661-4BDB-CD85-29D76E9FA357}"/>
              </a:ext>
            </a:extLst>
          </p:cNvPr>
          <p:cNvSpPr/>
          <p:nvPr/>
        </p:nvSpPr>
        <p:spPr>
          <a:xfrm flipH="1">
            <a:off x="1397522" y="1701983"/>
            <a:ext cx="3080690" cy="765690"/>
          </a:xfrm>
          <a:prstGeom prst="roundRect">
            <a:avLst>
              <a:gd name="adj" fmla="val 11951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A48D4B3-9C0F-CF3C-DBFC-038A730E42CD}"/>
              </a:ext>
            </a:extLst>
          </p:cNvPr>
          <p:cNvGrpSpPr/>
          <p:nvPr/>
        </p:nvGrpSpPr>
        <p:grpSpPr>
          <a:xfrm flipH="1">
            <a:off x="3734131" y="1775491"/>
            <a:ext cx="655098" cy="618677"/>
            <a:chOff x="7779858" y="1681178"/>
            <a:chExt cx="670176" cy="632917"/>
          </a:xfr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</a:gradFill>
          <a:effectLst>
            <a:outerShdw blurRad="165100" dist="38100" algn="l" rotWithShape="0">
              <a:prstClr val="black">
                <a:alpha val="23000"/>
              </a:prstClr>
            </a:outerShdw>
          </a:effectLst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DEEBE99A-29F2-C0C8-7192-C922AA6DA513}"/>
                </a:ext>
              </a:extLst>
            </p:cNvPr>
            <p:cNvSpPr/>
            <p:nvPr/>
          </p:nvSpPr>
          <p:spPr>
            <a:xfrm>
              <a:off x="7779858" y="1681178"/>
              <a:ext cx="592389" cy="632917"/>
            </a:xfrm>
            <a:prstGeom prst="roundRect">
              <a:avLst>
                <a:gd name="adj" fmla="val 119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EFC23176-AF07-4F5C-6341-7B7760DF4F35}"/>
                </a:ext>
              </a:extLst>
            </p:cNvPr>
            <p:cNvSpPr/>
            <p:nvPr/>
          </p:nvSpPr>
          <p:spPr>
            <a:xfrm rot="5400000">
              <a:off x="8306277" y="1944112"/>
              <a:ext cx="180466" cy="10704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CA983AF-9C36-F44C-EB92-10F045E46226}"/>
              </a:ext>
            </a:extLst>
          </p:cNvPr>
          <p:cNvSpPr txBox="1"/>
          <p:nvPr/>
        </p:nvSpPr>
        <p:spPr>
          <a:xfrm flipH="1">
            <a:off x="1526227" y="1816982"/>
            <a:ext cx="537327" cy="5356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08</a:t>
            </a:r>
            <a:endParaRPr lang="en-IN" sz="3200" b="1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10F6A11-0CF9-A0B9-CA4C-2BB7A235427D}"/>
              </a:ext>
            </a:extLst>
          </p:cNvPr>
          <p:cNvGrpSpPr/>
          <p:nvPr/>
        </p:nvGrpSpPr>
        <p:grpSpPr>
          <a:xfrm flipH="1">
            <a:off x="2219043" y="1818716"/>
            <a:ext cx="1389258" cy="555076"/>
            <a:chOff x="8570043" y="3190673"/>
            <a:chExt cx="1953464" cy="55507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1F465C2-EA4A-71D8-4E3F-59C728B98204}"/>
                </a:ext>
              </a:extLst>
            </p:cNvPr>
            <p:cNvSpPr txBox="1"/>
            <p:nvPr/>
          </p:nvSpPr>
          <p:spPr>
            <a:xfrm>
              <a:off x="8570048" y="3394213"/>
              <a:ext cx="1953459" cy="35153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>
                  <a:solidFill>
                    <a:schemeClr val="bg1"/>
                  </a:solidFill>
                </a:rPr>
                <a:t>Insert your desired text here. 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6EFE1EE-7AC0-0AA0-259E-FAE743CB23E0}"/>
                </a:ext>
              </a:extLst>
            </p:cNvPr>
            <p:cNvSpPr txBox="1"/>
            <p:nvPr/>
          </p:nvSpPr>
          <p:spPr>
            <a:xfrm>
              <a:off x="8570043" y="3190673"/>
              <a:ext cx="1953460" cy="1653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b="1" dirty="0">
                  <a:solidFill>
                    <a:schemeClr val="bg1"/>
                  </a:solidFill>
                </a:rPr>
                <a:t>Placeholder</a:t>
              </a:r>
            </a:p>
          </p:txBody>
        </p: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65AD959A-1367-E295-DF6F-A647021E9C00}"/>
              </a:ext>
            </a:extLst>
          </p:cNvPr>
          <p:cNvSpPr/>
          <p:nvPr/>
        </p:nvSpPr>
        <p:spPr>
          <a:xfrm flipH="1">
            <a:off x="4389654" y="5562211"/>
            <a:ext cx="152464" cy="1524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79E571F-706D-D405-9804-CC31F0C8EB59}"/>
              </a:ext>
            </a:extLst>
          </p:cNvPr>
          <p:cNvSpPr/>
          <p:nvPr/>
        </p:nvSpPr>
        <p:spPr>
          <a:xfrm flipH="1">
            <a:off x="1397522" y="5255598"/>
            <a:ext cx="3080690" cy="765690"/>
          </a:xfrm>
          <a:prstGeom prst="roundRect">
            <a:avLst>
              <a:gd name="adj" fmla="val 1195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0867C6C-8D4F-974A-E035-5157FBF86EB1}"/>
              </a:ext>
            </a:extLst>
          </p:cNvPr>
          <p:cNvGrpSpPr/>
          <p:nvPr/>
        </p:nvGrpSpPr>
        <p:grpSpPr>
          <a:xfrm flipH="1">
            <a:off x="3734131" y="5329106"/>
            <a:ext cx="655098" cy="618677"/>
            <a:chOff x="7779858" y="1681178"/>
            <a:chExt cx="670176" cy="632917"/>
          </a:xfr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</a:gradFill>
          <a:effectLst>
            <a:outerShdw blurRad="165100" dist="38100" algn="l" rotWithShape="0">
              <a:prstClr val="black">
                <a:alpha val="23000"/>
              </a:prstClr>
            </a:outerShdw>
          </a:effectLst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5220D234-644E-876D-1089-96B92CDA8B69}"/>
                </a:ext>
              </a:extLst>
            </p:cNvPr>
            <p:cNvSpPr/>
            <p:nvPr/>
          </p:nvSpPr>
          <p:spPr>
            <a:xfrm>
              <a:off x="7779858" y="1681178"/>
              <a:ext cx="592389" cy="632917"/>
            </a:xfrm>
            <a:prstGeom prst="roundRect">
              <a:avLst>
                <a:gd name="adj" fmla="val 119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45AD5233-4872-1820-135D-A72C733DC26B}"/>
                </a:ext>
              </a:extLst>
            </p:cNvPr>
            <p:cNvSpPr/>
            <p:nvPr/>
          </p:nvSpPr>
          <p:spPr>
            <a:xfrm rot="5400000">
              <a:off x="8306277" y="1944112"/>
              <a:ext cx="180466" cy="10704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D517381-EEF1-578F-969F-D04CE943E3C8}"/>
              </a:ext>
            </a:extLst>
          </p:cNvPr>
          <p:cNvSpPr txBox="1"/>
          <p:nvPr/>
        </p:nvSpPr>
        <p:spPr>
          <a:xfrm flipH="1">
            <a:off x="1526227" y="5370597"/>
            <a:ext cx="537327" cy="5356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05</a:t>
            </a:r>
            <a:endParaRPr lang="en-IN" sz="3200" b="1" dirty="0">
              <a:solidFill>
                <a:schemeClr val="bg1"/>
              </a:solidFill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2DBE200-E077-57FF-EC2E-65FA266723F8}"/>
              </a:ext>
            </a:extLst>
          </p:cNvPr>
          <p:cNvGrpSpPr/>
          <p:nvPr/>
        </p:nvGrpSpPr>
        <p:grpSpPr>
          <a:xfrm flipH="1">
            <a:off x="2219043" y="5372331"/>
            <a:ext cx="1389258" cy="555076"/>
            <a:chOff x="8570043" y="3190673"/>
            <a:chExt cx="1953464" cy="55507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921D7A5-103F-6922-4D42-E4BFA45D7D0B}"/>
                </a:ext>
              </a:extLst>
            </p:cNvPr>
            <p:cNvSpPr txBox="1"/>
            <p:nvPr/>
          </p:nvSpPr>
          <p:spPr>
            <a:xfrm>
              <a:off x="8570048" y="3394213"/>
              <a:ext cx="1953459" cy="35153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>
                  <a:solidFill>
                    <a:schemeClr val="bg1"/>
                  </a:solidFill>
                </a:rPr>
                <a:t>Insert your desired text here. 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4C17864-2C71-1C99-DDF8-F841A73CF429}"/>
                </a:ext>
              </a:extLst>
            </p:cNvPr>
            <p:cNvSpPr txBox="1"/>
            <p:nvPr/>
          </p:nvSpPr>
          <p:spPr>
            <a:xfrm>
              <a:off x="8570043" y="3190673"/>
              <a:ext cx="1953460" cy="1653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b="1" dirty="0">
                  <a:solidFill>
                    <a:schemeClr val="bg1"/>
                  </a:solidFill>
                </a:rPr>
                <a:t>Placeholder</a:t>
              </a:r>
            </a:p>
          </p:txBody>
        </p:sp>
      </p:grpSp>
      <p:sp>
        <p:nvSpPr>
          <p:cNvPr id="61" name="Oval 60">
            <a:extLst>
              <a:ext uri="{FF2B5EF4-FFF2-40B4-BE49-F238E27FC236}">
                <a16:creationId xmlns:a16="http://schemas.microsoft.com/office/drawing/2014/main" id="{D573181E-7C1E-614B-DCE3-1D2D410E2582}"/>
              </a:ext>
            </a:extLst>
          </p:cNvPr>
          <p:cNvSpPr/>
          <p:nvPr/>
        </p:nvSpPr>
        <p:spPr>
          <a:xfrm flipH="1">
            <a:off x="3603161" y="3193134"/>
            <a:ext cx="152464" cy="1524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0051B2A-A9B1-0FAD-EFAB-1F596EBCBA03}"/>
              </a:ext>
            </a:extLst>
          </p:cNvPr>
          <p:cNvSpPr/>
          <p:nvPr/>
        </p:nvSpPr>
        <p:spPr>
          <a:xfrm flipH="1">
            <a:off x="611029" y="2886521"/>
            <a:ext cx="3080690" cy="765690"/>
          </a:xfrm>
          <a:prstGeom prst="roundRect">
            <a:avLst>
              <a:gd name="adj" fmla="val 11951"/>
            </a:avLst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356B15-BB1B-36DA-E1E1-3767F50B3133}"/>
              </a:ext>
            </a:extLst>
          </p:cNvPr>
          <p:cNvGrpSpPr/>
          <p:nvPr/>
        </p:nvGrpSpPr>
        <p:grpSpPr>
          <a:xfrm flipH="1">
            <a:off x="2947638" y="2960029"/>
            <a:ext cx="655098" cy="618677"/>
            <a:chOff x="7779858" y="1681178"/>
            <a:chExt cx="670176" cy="632917"/>
          </a:xfr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</a:gradFill>
          <a:effectLst>
            <a:outerShdw blurRad="165100" dist="38100" algn="l" rotWithShape="0">
              <a:prstClr val="black">
                <a:alpha val="23000"/>
              </a:prstClr>
            </a:outerShdw>
          </a:effectLst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AD39F133-7D34-731A-981E-352C4EB885E5}"/>
                </a:ext>
              </a:extLst>
            </p:cNvPr>
            <p:cNvSpPr/>
            <p:nvPr/>
          </p:nvSpPr>
          <p:spPr>
            <a:xfrm>
              <a:off x="7779858" y="1681178"/>
              <a:ext cx="592389" cy="632917"/>
            </a:xfrm>
            <a:prstGeom prst="roundRect">
              <a:avLst>
                <a:gd name="adj" fmla="val 119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017FA435-6A63-B513-0346-A255DBE5C1F1}"/>
                </a:ext>
              </a:extLst>
            </p:cNvPr>
            <p:cNvSpPr/>
            <p:nvPr/>
          </p:nvSpPr>
          <p:spPr>
            <a:xfrm rot="5400000">
              <a:off x="8306277" y="1944112"/>
              <a:ext cx="180466" cy="10704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3EBFF89F-9705-5DF6-74D6-6C82BDFE9AC0}"/>
              </a:ext>
            </a:extLst>
          </p:cNvPr>
          <p:cNvSpPr txBox="1"/>
          <p:nvPr/>
        </p:nvSpPr>
        <p:spPr>
          <a:xfrm flipH="1">
            <a:off x="734139" y="3001520"/>
            <a:ext cx="537327" cy="5356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07</a:t>
            </a:r>
            <a:endParaRPr lang="en-IN" sz="3200" b="1" dirty="0">
              <a:solidFill>
                <a:schemeClr val="bg1"/>
              </a:solidFill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058EFDC-32A9-C759-5130-830CAFF94DBC}"/>
              </a:ext>
            </a:extLst>
          </p:cNvPr>
          <p:cNvGrpSpPr/>
          <p:nvPr/>
        </p:nvGrpSpPr>
        <p:grpSpPr>
          <a:xfrm flipH="1">
            <a:off x="1432550" y="3003254"/>
            <a:ext cx="1389258" cy="555076"/>
            <a:chOff x="8570043" y="3190673"/>
            <a:chExt cx="1953464" cy="555076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8F67878-FA9B-C25E-4708-70554045DD6D}"/>
                </a:ext>
              </a:extLst>
            </p:cNvPr>
            <p:cNvSpPr txBox="1"/>
            <p:nvPr/>
          </p:nvSpPr>
          <p:spPr>
            <a:xfrm>
              <a:off x="8570048" y="3394213"/>
              <a:ext cx="1953459" cy="35153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>
                  <a:solidFill>
                    <a:schemeClr val="bg1"/>
                  </a:solidFill>
                </a:rPr>
                <a:t>Insert your desired text here. 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534C5EC-16DE-3602-2B76-411C6AAD776D}"/>
                </a:ext>
              </a:extLst>
            </p:cNvPr>
            <p:cNvSpPr txBox="1"/>
            <p:nvPr/>
          </p:nvSpPr>
          <p:spPr>
            <a:xfrm>
              <a:off x="8570043" y="3190673"/>
              <a:ext cx="1953460" cy="1653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b="1" dirty="0">
                  <a:solidFill>
                    <a:schemeClr val="bg1"/>
                  </a:solidFill>
                </a:rPr>
                <a:t>Placeholder</a:t>
              </a:r>
            </a:p>
          </p:txBody>
        </p:sp>
      </p:grpSp>
      <p:sp>
        <p:nvSpPr>
          <p:cNvPr id="70" name="Oval 69">
            <a:extLst>
              <a:ext uri="{FF2B5EF4-FFF2-40B4-BE49-F238E27FC236}">
                <a16:creationId xmlns:a16="http://schemas.microsoft.com/office/drawing/2014/main" id="{D354907A-F041-54D3-ED82-289410ED4C7F}"/>
              </a:ext>
            </a:extLst>
          </p:cNvPr>
          <p:cNvSpPr/>
          <p:nvPr/>
        </p:nvSpPr>
        <p:spPr>
          <a:xfrm flipH="1">
            <a:off x="3603161" y="4377672"/>
            <a:ext cx="152464" cy="152464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A0CA09E-512C-DBBF-5825-FB0B13A4919C}"/>
              </a:ext>
            </a:extLst>
          </p:cNvPr>
          <p:cNvSpPr/>
          <p:nvPr/>
        </p:nvSpPr>
        <p:spPr>
          <a:xfrm flipH="1">
            <a:off x="611029" y="4071059"/>
            <a:ext cx="3080690" cy="765690"/>
          </a:xfrm>
          <a:prstGeom prst="roundRect">
            <a:avLst>
              <a:gd name="adj" fmla="val 1195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64E772F-923D-99E6-772A-C9C7C71B637B}"/>
              </a:ext>
            </a:extLst>
          </p:cNvPr>
          <p:cNvGrpSpPr/>
          <p:nvPr/>
        </p:nvGrpSpPr>
        <p:grpSpPr>
          <a:xfrm flipH="1">
            <a:off x="2947638" y="4144567"/>
            <a:ext cx="655098" cy="618677"/>
            <a:chOff x="7779858" y="1681178"/>
            <a:chExt cx="670176" cy="632917"/>
          </a:xfr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</a:gradFill>
          <a:effectLst>
            <a:outerShdw blurRad="165100" dist="38100" algn="l" rotWithShape="0">
              <a:prstClr val="black">
                <a:alpha val="23000"/>
              </a:prstClr>
            </a:outerShdw>
          </a:effectLst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E59C4FA6-604B-EBFA-058E-4885B50DCBEA}"/>
                </a:ext>
              </a:extLst>
            </p:cNvPr>
            <p:cNvSpPr/>
            <p:nvPr/>
          </p:nvSpPr>
          <p:spPr>
            <a:xfrm>
              <a:off x="7779858" y="1681178"/>
              <a:ext cx="592389" cy="632917"/>
            </a:xfrm>
            <a:prstGeom prst="roundRect">
              <a:avLst>
                <a:gd name="adj" fmla="val 119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D2367863-9E83-19E0-0200-06116CD1714D}"/>
                </a:ext>
              </a:extLst>
            </p:cNvPr>
            <p:cNvSpPr/>
            <p:nvPr/>
          </p:nvSpPr>
          <p:spPr>
            <a:xfrm rot="5400000">
              <a:off x="8306277" y="1944112"/>
              <a:ext cx="180466" cy="10704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0F822548-8808-4616-9396-F39D3671062E}"/>
              </a:ext>
            </a:extLst>
          </p:cNvPr>
          <p:cNvSpPr txBox="1"/>
          <p:nvPr/>
        </p:nvSpPr>
        <p:spPr>
          <a:xfrm flipH="1">
            <a:off x="734139" y="4186058"/>
            <a:ext cx="537327" cy="5356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06</a:t>
            </a:r>
            <a:endParaRPr lang="en-IN" sz="3200" b="1" dirty="0">
              <a:solidFill>
                <a:schemeClr val="bg1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390C8B1-AEAC-3EA5-F513-1CF6036B20B0}"/>
              </a:ext>
            </a:extLst>
          </p:cNvPr>
          <p:cNvGrpSpPr/>
          <p:nvPr/>
        </p:nvGrpSpPr>
        <p:grpSpPr>
          <a:xfrm flipH="1">
            <a:off x="1432550" y="4187792"/>
            <a:ext cx="1389258" cy="555076"/>
            <a:chOff x="8570043" y="3190673"/>
            <a:chExt cx="1953464" cy="555076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9C4AF87-E755-FB51-61F7-4B0C9BB21507}"/>
                </a:ext>
              </a:extLst>
            </p:cNvPr>
            <p:cNvSpPr txBox="1"/>
            <p:nvPr/>
          </p:nvSpPr>
          <p:spPr>
            <a:xfrm>
              <a:off x="8570048" y="3394213"/>
              <a:ext cx="1953459" cy="35153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>
                  <a:solidFill>
                    <a:schemeClr val="bg1"/>
                  </a:solidFill>
                </a:rPr>
                <a:t>Insert your desired text here. 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4707DC1-4402-BEC0-9EBF-D0914ECC4AC7}"/>
                </a:ext>
              </a:extLst>
            </p:cNvPr>
            <p:cNvSpPr txBox="1"/>
            <p:nvPr/>
          </p:nvSpPr>
          <p:spPr>
            <a:xfrm>
              <a:off x="8570043" y="3190673"/>
              <a:ext cx="1953460" cy="1653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b="1" dirty="0">
                  <a:solidFill>
                    <a:schemeClr val="bg1"/>
                  </a:solidFill>
                </a:rPr>
                <a:t>Placeholder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2943EA7E-CEED-23E1-4A1E-2E2277F2F763}"/>
              </a:ext>
            </a:extLst>
          </p:cNvPr>
          <p:cNvSpPr txBox="1"/>
          <p:nvPr/>
        </p:nvSpPr>
        <p:spPr>
          <a:xfrm>
            <a:off x="5140683" y="3392088"/>
            <a:ext cx="191063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b="1" dirty="0"/>
              <a:t>CIRCULAR INFOGRAPHIC</a:t>
            </a:r>
          </a:p>
          <a:p>
            <a:pPr algn="ctr"/>
            <a:r>
              <a:rPr lang="en-IN" b="1" dirty="0"/>
              <a:t>TEMPLATE</a:t>
            </a:r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AF9D80B0-3818-2282-A47D-8D2B5255ACA9}"/>
              </a:ext>
            </a:extLst>
          </p:cNvPr>
          <p:cNvSpPr/>
          <p:nvPr/>
        </p:nvSpPr>
        <p:spPr>
          <a:xfrm>
            <a:off x="6733693" y="2082196"/>
            <a:ext cx="1470675" cy="1470675"/>
          </a:xfrm>
          <a:prstGeom prst="arc">
            <a:avLst>
              <a:gd name="adj1" fmla="val 12172208"/>
              <a:gd name="adj2" fmla="val 16334438"/>
            </a:avLst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289FC341-520D-DE34-DFE4-DA12FE0889BE}"/>
              </a:ext>
            </a:extLst>
          </p:cNvPr>
          <p:cNvSpPr/>
          <p:nvPr/>
        </p:nvSpPr>
        <p:spPr>
          <a:xfrm rot="16200000">
            <a:off x="6733693" y="4162788"/>
            <a:ext cx="1470675" cy="1470675"/>
          </a:xfrm>
          <a:prstGeom prst="arc">
            <a:avLst>
              <a:gd name="adj1" fmla="val 10535612"/>
              <a:gd name="adj2" fmla="val 14878687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E972C5B2-9DDC-3EA4-4750-368E310F1698}"/>
              </a:ext>
            </a:extLst>
          </p:cNvPr>
          <p:cNvSpPr/>
          <p:nvPr/>
        </p:nvSpPr>
        <p:spPr>
          <a:xfrm>
            <a:off x="7440775" y="3257150"/>
            <a:ext cx="882693" cy="91371"/>
          </a:xfrm>
          <a:custGeom>
            <a:avLst/>
            <a:gdLst>
              <a:gd name="connsiteX0" fmla="*/ 680610 w 3242571"/>
              <a:gd name="connsiteY0" fmla="*/ 0 h 335651"/>
              <a:gd name="connsiteX1" fmla="*/ 3242571 w 3242571"/>
              <a:gd name="connsiteY1" fmla="*/ 0 h 335651"/>
              <a:gd name="connsiteX2" fmla="*/ 3242571 w 3242571"/>
              <a:gd name="connsiteY2" fmla="*/ 335651 h 335651"/>
              <a:gd name="connsiteX3" fmla="*/ 0 w 3242571"/>
              <a:gd name="connsiteY3" fmla="*/ 335651 h 335651"/>
              <a:gd name="connsiteX4" fmla="*/ 67351 w 3242571"/>
              <a:gd name="connsiteY4" fmla="*/ 254021 h 335651"/>
              <a:gd name="connsiteX5" fmla="*/ 680610 w 3242571"/>
              <a:gd name="connsiteY5" fmla="*/ 0 h 335651"/>
              <a:gd name="connsiteX0" fmla="*/ 3242571 w 3528614"/>
              <a:gd name="connsiteY0" fmla="*/ 335651 h 621695"/>
              <a:gd name="connsiteX1" fmla="*/ 0 w 3528614"/>
              <a:gd name="connsiteY1" fmla="*/ 335651 h 621695"/>
              <a:gd name="connsiteX2" fmla="*/ 67351 w 3528614"/>
              <a:gd name="connsiteY2" fmla="*/ 254021 h 621695"/>
              <a:gd name="connsiteX3" fmla="*/ 680610 w 3528614"/>
              <a:gd name="connsiteY3" fmla="*/ 0 h 621695"/>
              <a:gd name="connsiteX4" fmla="*/ 3242571 w 3528614"/>
              <a:gd name="connsiteY4" fmla="*/ 0 h 621695"/>
              <a:gd name="connsiteX5" fmla="*/ 3528614 w 3528614"/>
              <a:gd name="connsiteY5" fmla="*/ 621695 h 621695"/>
              <a:gd name="connsiteX0" fmla="*/ 0 w 3528614"/>
              <a:gd name="connsiteY0" fmla="*/ 335651 h 621695"/>
              <a:gd name="connsiteX1" fmla="*/ 67351 w 3528614"/>
              <a:gd name="connsiteY1" fmla="*/ 254021 h 621695"/>
              <a:gd name="connsiteX2" fmla="*/ 680610 w 3528614"/>
              <a:gd name="connsiteY2" fmla="*/ 0 h 621695"/>
              <a:gd name="connsiteX3" fmla="*/ 3242571 w 3528614"/>
              <a:gd name="connsiteY3" fmla="*/ 0 h 621695"/>
              <a:gd name="connsiteX4" fmla="*/ 3528614 w 3528614"/>
              <a:gd name="connsiteY4" fmla="*/ 621695 h 621695"/>
              <a:gd name="connsiteX0" fmla="*/ 0 w 3242571"/>
              <a:gd name="connsiteY0" fmla="*/ 335651 h 335651"/>
              <a:gd name="connsiteX1" fmla="*/ 67351 w 3242571"/>
              <a:gd name="connsiteY1" fmla="*/ 254021 h 335651"/>
              <a:gd name="connsiteX2" fmla="*/ 680610 w 3242571"/>
              <a:gd name="connsiteY2" fmla="*/ 0 h 335651"/>
              <a:gd name="connsiteX3" fmla="*/ 3242571 w 3242571"/>
              <a:gd name="connsiteY3" fmla="*/ 0 h 33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571" h="335651">
                <a:moveTo>
                  <a:pt x="0" y="335651"/>
                </a:moveTo>
                <a:lnTo>
                  <a:pt x="67351" y="254021"/>
                </a:lnTo>
                <a:cubicBezTo>
                  <a:pt x="224298" y="97074"/>
                  <a:pt x="441118" y="0"/>
                  <a:pt x="680610" y="0"/>
                </a:cubicBezTo>
                <a:lnTo>
                  <a:pt x="3242571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2AD71ED-A391-35B2-1840-EE559BB2112A}"/>
              </a:ext>
            </a:extLst>
          </p:cNvPr>
          <p:cNvSpPr/>
          <p:nvPr/>
        </p:nvSpPr>
        <p:spPr>
          <a:xfrm flipV="1">
            <a:off x="7440775" y="4348533"/>
            <a:ext cx="882693" cy="91371"/>
          </a:xfrm>
          <a:custGeom>
            <a:avLst/>
            <a:gdLst>
              <a:gd name="connsiteX0" fmla="*/ 680610 w 3242571"/>
              <a:gd name="connsiteY0" fmla="*/ 0 h 335651"/>
              <a:gd name="connsiteX1" fmla="*/ 3242571 w 3242571"/>
              <a:gd name="connsiteY1" fmla="*/ 0 h 335651"/>
              <a:gd name="connsiteX2" fmla="*/ 3242571 w 3242571"/>
              <a:gd name="connsiteY2" fmla="*/ 335651 h 335651"/>
              <a:gd name="connsiteX3" fmla="*/ 0 w 3242571"/>
              <a:gd name="connsiteY3" fmla="*/ 335651 h 335651"/>
              <a:gd name="connsiteX4" fmla="*/ 67351 w 3242571"/>
              <a:gd name="connsiteY4" fmla="*/ 254021 h 335651"/>
              <a:gd name="connsiteX5" fmla="*/ 680610 w 3242571"/>
              <a:gd name="connsiteY5" fmla="*/ 0 h 335651"/>
              <a:gd name="connsiteX0" fmla="*/ 3242571 w 3528614"/>
              <a:gd name="connsiteY0" fmla="*/ 335651 h 621695"/>
              <a:gd name="connsiteX1" fmla="*/ 0 w 3528614"/>
              <a:gd name="connsiteY1" fmla="*/ 335651 h 621695"/>
              <a:gd name="connsiteX2" fmla="*/ 67351 w 3528614"/>
              <a:gd name="connsiteY2" fmla="*/ 254021 h 621695"/>
              <a:gd name="connsiteX3" fmla="*/ 680610 w 3528614"/>
              <a:gd name="connsiteY3" fmla="*/ 0 h 621695"/>
              <a:gd name="connsiteX4" fmla="*/ 3242571 w 3528614"/>
              <a:gd name="connsiteY4" fmla="*/ 0 h 621695"/>
              <a:gd name="connsiteX5" fmla="*/ 3528614 w 3528614"/>
              <a:gd name="connsiteY5" fmla="*/ 621695 h 621695"/>
              <a:gd name="connsiteX0" fmla="*/ 0 w 3528614"/>
              <a:gd name="connsiteY0" fmla="*/ 335651 h 621695"/>
              <a:gd name="connsiteX1" fmla="*/ 67351 w 3528614"/>
              <a:gd name="connsiteY1" fmla="*/ 254021 h 621695"/>
              <a:gd name="connsiteX2" fmla="*/ 680610 w 3528614"/>
              <a:gd name="connsiteY2" fmla="*/ 0 h 621695"/>
              <a:gd name="connsiteX3" fmla="*/ 3242571 w 3528614"/>
              <a:gd name="connsiteY3" fmla="*/ 0 h 621695"/>
              <a:gd name="connsiteX4" fmla="*/ 3528614 w 3528614"/>
              <a:gd name="connsiteY4" fmla="*/ 621695 h 621695"/>
              <a:gd name="connsiteX0" fmla="*/ 0 w 3242571"/>
              <a:gd name="connsiteY0" fmla="*/ 335651 h 335651"/>
              <a:gd name="connsiteX1" fmla="*/ 67351 w 3242571"/>
              <a:gd name="connsiteY1" fmla="*/ 254021 h 335651"/>
              <a:gd name="connsiteX2" fmla="*/ 680610 w 3242571"/>
              <a:gd name="connsiteY2" fmla="*/ 0 h 335651"/>
              <a:gd name="connsiteX3" fmla="*/ 3242571 w 3242571"/>
              <a:gd name="connsiteY3" fmla="*/ 0 h 33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571" h="335651">
                <a:moveTo>
                  <a:pt x="0" y="335651"/>
                </a:moveTo>
                <a:lnTo>
                  <a:pt x="67351" y="254021"/>
                </a:lnTo>
                <a:cubicBezTo>
                  <a:pt x="224298" y="97074"/>
                  <a:pt x="441118" y="0"/>
                  <a:pt x="680610" y="0"/>
                </a:cubicBezTo>
                <a:lnTo>
                  <a:pt x="3242571" y="0"/>
                </a:ln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57F0F88C-EF31-79C6-ED81-6C8990B04B77}"/>
              </a:ext>
            </a:extLst>
          </p:cNvPr>
          <p:cNvSpPr/>
          <p:nvPr/>
        </p:nvSpPr>
        <p:spPr>
          <a:xfrm flipH="1">
            <a:off x="3986037" y="2082196"/>
            <a:ext cx="1470675" cy="1470675"/>
          </a:xfrm>
          <a:prstGeom prst="arc">
            <a:avLst>
              <a:gd name="adj1" fmla="val 12172208"/>
              <a:gd name="adj2" fmla="val 16334438"/>
            </a:avLst>
          </a:prstGeom>
          <a:ln w="254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E751519D-9C75-F95C-8DFF-24743810346A}"/>
              </a:ext>
            </a:extLst>
          </p:cNvPr>
          <p:cNvSpPr/>
          <p:nvPr/>
        </p:nvSpPr>
        <p:spPr>
          <a:xfrm rot="5400000" flipH="1">
            <a:off x="3986037" y="4162788"/>
            <a:ext cx="1470675" cy="1470675"/>
          </a:xfrm>
          <a:prstGeom prst="arc">
            <a:avLst>
              <a:gd name="adj1" fmla="val 10535612"/>
              <a:gd name="adj2" fmla="val 14878687"/>
            </a:avLst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0141A826-3402-18ED-815F-CC0C58C80CFE}"/>
              </a:ext>
            </a:extLst>
          </p:cNvPr>
          <p:cNvSpPr/>
          <p:nvPr/>
        </p:nvSpPr>
        <p:spPr>
          <a:xfrm flipH="1">
            <a:off x="3866937" y="3257150"/>
            <a:ext cx="882693" cy="91371"/>
          </a:xfrm>
          <a:custGeom>
            <a:avLst/>
            <a:gdLst>
              <a:gd name="connsiteX0" fmla="*/ 680610 w 3242571"/>
              <a:gd name="connsiteY0" fmla="*/ 0 h 335651"/>
              <a:gd name="connsiteX1" fmla="*/ 3242571 w 3242571"/>
              <a:gd name="connsiteY1" fmla="*/ 0 h 335651"/>
              <a:gd name="connsiteX2" fmla="*/ 3242571 w 3242571"/>
              <a:gd name="connsiteY2" fmla="*/ 335651 h 335651"/>
              <a:gd name="connsiteX3" fmla="*/ 0 w 3242571"/>
              <a:gd name="connsiteY3" fmla="*/ 335651 h 335651"/>
              <a:gd name="connsiteX4" fmla="*/ 67351 w 3242571"/>
              <a:gd name="connsiteY4" fmla="*/ 254021 h 335651"/>
              <a:gd name="connsiteX5" fmla="*/ 680610 w 3242571"/>
              <a:gd name="connsiteY5" fmla="*/ 0 h 335651"/>
              <a:gd name="connsiteX0" fmla="*/ 3242571 w 3528614"/>
              <a:gd name="connsiteY0" fmla="*/ 335651 h 621695"/>
              <a:gd name="connsiteX1" fmla="*/ 0 w 3528614"/>
              <a:gd name="connsiteY1" fmla="*/ 335651 h 621695"/>
              <a:gd name="connsiteX2" fmla="*/ 67351 w 3528614"/>
              <a:gd name="connsiteY2" fmla="*/ 254021 h 621695"/>
              <a:gd name="connsiteX3" fmla="*/ 680610 w 3528614"/>
              <a:gd name="connsiteY3" fmla="*/ 0 h 621695"/>
              <a:gd name="connsiteX4" fmla="*/ 3242571 w 3528614"/>
              <a:gd name="connsiteY4" fmla="*/ 0 h 621695"/>
              <a:gd name="connsiteX5" fmla="*/ 3528614 w 3528614"/>
              <a:gd name="connsiteY5" fmla="*/ 621695 h 621695"/>
              <a:gd name="connsiteX0" fmla="*/ 0 w 3528614"/>
              <a:gd name="connsiteY0" fmla="*/ 335651 h 621695"/>
              <a:gd name="connsiteX1" fmla="*/ 67351 w 3528614"/>
              <a:gd name="connsiteY1" fmla="*/ 254021 h 621695"/>
              <a:gd name="connsiteX2" fmla="*/ 680610 w 3528614"/>
              <a:gd name="connsiteY2" fmla="*/ 0 h 621695"/>
              <a:gd name="connsiteX3" fmla="*/ 3242571 w 3528614"/>
              <a:gd name="connsiteY3" fmla="*/ 0 h 621695"/>
              <a:gd name="connsiteX4" fmla="*/ 3528614 w 3528614"/>
              <a:gd name="connsiteY4" fmla="*/ 621695 h 621695"/>
              <a:gd name="connsiteX0" fmla="*/ 0 w 3242571"/>
              <a:gd name="connsiteY0" fmla="*/ 335651 h 335651"/>
              <a:gd name="connsiteX1" fmla="*/ 67351 w 3242571"/>
              <a:gd name="connsiteY1" fmla="*/ 254021 h 335651"/>
              <a:gd name="connsiteX2" fmla="*/ 680610 w 3242571"/>
              <a:gd name="connsiteY2" fmla="*/ 0 h 335651"/>
              <a:gd name="connsiteX3" fmla="*/ 3242571 w 3242571"/>
              <a:gd name="connsiteY3" fmla="*/ 0 h 33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571" h="335651">
                <a:moveTo>
                  <a:pt x="0" y="335651"/>
                </a:moveTo>
                <a:lnTo>
                  <a:pt x="67351" y="254021"/>
                </a:lnTo>
                <a:cubicBezTo>
                  <a:pt x="224298" y="97074"/>
                  <a:pt x="441118" y="0"/>
                  <a:pt x="680610" y="0"/>
                </a:cubicBezTo>
                <a:lnTo>
                  <a:pt x="3242571" y="0"/>
                </a:ln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52DB8490-3313-5B07-AA67-E673239FBC4B}"/>
              </a:ext>
            </a:extLst>
          </p:cNvPr>
          <p:cNvSpPr/>
          <p:nvPr/>
        </p:nvSpPr>
        <p:spPr>
          <a:xfrm flipH="1" flipV="1">
            <a:off x="3866937" y="4348533"/>
            <a:ext cx="882693" cy="91371"/>
          </a:xfrm>
          <a:custGeom>
            <a:avLst/>
            <a:gdLst>
              <a:gd name="connsiteX0" fmla="*/ 680610 w 3242571"/>
              <a:gd name="connsiteY0" fmla="*/ 0 h 335651"/>
              <a:gd name="connsiteX1" fmla="*/ 3242571 w 3242571"/>
              <a:gd name="connsiteY1" fmla="*/ 0 h 335651"/>
              <a:gd name="connsiteX2" fmla="*/ 3242571 w 3242571"/>
              <a:gd name="connsiteY2" fmla="*/ 335651 h 335651"/>
              <a:gd name="connsiteX3" fmla="*/ 0 w 3242571"/>
              <a:gd name="connsiteY3" fmla="*/ 335651 h 335651"/>
              <a:gd name="connsiteX4" fmla="*/ 67351 w 3242571"/>
              <a:gd name="connsiteY4" fmla="*/ 254021 h 335651"/>
              <a:gd name="connsiteX5" fmla="*/ 680610 w 3242571"/>
              <a:gd name="connsiteY5" fmla="*/ 0 h 335651"/>
              <a:gd name="connsiteX0" fmla="*/ 3242571 w 3528614"/>
              <a:gd name="connsiteY0" fmla="*/ 335651 h 621695"/>
              <a:gd name="connsiteX1" fmla="*/ 0 w 3528614"/>
              <a:gd name="connsiteY1" fmla="*/ 335651 h 621695"/>
              <a:gd name="connsiteX2" fmla="*/ 67351 w 3528614"/>
              <a:gd name="connsiteY2" fmla="*/ 254021 h 621695"/>
              <a:gd name="connsiteX3" fmla="*/ 680610 w 3528614"/>
              <a:gd name="connsiteY3" fmla="*/ 0 h 621695"/>
              <a:gd name="connsiteX4" fmla="*/ 3242571 w 3528614"/>
              <a:gd name="connsiteY4" fmla="*/ 0 h 621695"/>
              <a:gd name="connsiteX5" fmla="*/ 3528614 w 3528614"/>
              <a:gd name="connsiteY5" fmla="*/ 621695 h 621695"/>
              <a:gd name="connsiteX0" fmla="*/ 0 w 3528614"/>
              <a:gd name="connsiteY0" fmla="*/ 335651 h 621695"/>
              <a:gd name="connsiteX1" fmla="*/ 67351 w 3528614"/>
              <a:gd name="connsiteY1" fmla="*/ 254021 h 621695"/>
              <a:gd name="connsiteX2" fmla="*/ 680610 w 3528614"/>
              <a:gd name="connsiteY2" fmla="*/ 0 h 621695"/>
              <a:gd name="connsiteX3" fmla="*/ 3242571 w 3528614"/>
              <a:gd name="connsiteY3" fmla="*/ 0 h 621695"/>
              <a:gd name="connsiteX4" fmla="*/ 3528614 w 3528614"/>
              <a:gd name="connsiteY4" fmla="*/ 621695 h 621695"/>
              <a:gd name="connsiteX0" fmla="*/ 0 w 3242571"/>
              <a:gd name="connsiteY0" fmla="*/ 335651 h 335651"/>
              <a:gd name="connsiteX1" fmla="*/ 67351 w 3242571"/>
              <a:gd name="connsiteY1" fmla="*/ 254021 h 335651"/>
              <a:gd name="connsiteX2" fmla="*/ 680610 w 3242571"/>
              <a:gd name="connsiteY2" fmla="*/ 0 h 335651"/>
              <a:gd name="connsiteX3" fmla="*/ 3242571 w 3242571"/>
              <a:gd name="connsiteY3" fmla="*/ 0 h 33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571" h="335651">
                <a:moveTo>
                  <a:pt x="0" y="335651"/>
                </a:moveTo>
                <a:lnTo>
                  <a:pt x="67351" y="254021"/>
                </a:lnTo>
                <a:cubicBezTo>
                  <a:pt x="224298" y="97074"/>
                  <a:pt x="441118" y="0"/>
                  <a:pt x="680610" y="0"/>
                </a:cubicBezTo>
                <a:lnTo>
                  <a:pt x="3242571" y="0"/>
                </a:ln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88" name="Graphic 87" descr="Office Chair with solid fill">
            <a:extLst>
              <a:ext uri="{FF2B5EF4-FFF2-40B4-BE49-F238E27FC236}">
                <a16:creationId xmlns:a16="http://schemas.microsoft.com/office/drawing/2014/main" id="{46B60F84-A16F-391D-59BA-5C2B2E3B3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1297" y="4271039"/>
            <a:ext cx="379619" cy="379619"/>
          </a:xfrm>
          <a:prstGeom prst="rect">
            <a:avLst/>
          </a:prstGeom>
        </p:spPr>
      </p:pic>
      <p:pic>
        <p:nvPicPr>
          <p:cNvPr id="89" name="Graphic 88" descr="Users with solid fill">
            <a:extLst>
              <a:ext uri="{FF2B5EF4-FFF2-40B4-BE49-F238E27FC236}">
                <a16:creationId xmlns:a16="http://schemas.microsoft.com/office/drawing/2014/main" id="{E87A077A-13D9-2206-EE07-6D46B462F3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4068" y="3077070"/>
            <a:ext cx="379619" cy="37961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F1107B84-B810-B83F-D77C-388EE66F881A}"/>
              </a:ext>
            </a:extLst>
          </p:cNvPr>
          <p:cNvGrpSpPr/>
          <p:nvPr/>
        </p:nvGrpSpPr>
        <p:grpSpPr>
          <a:xfrm>
            <a:off x="7649883" y="1701983"/>
            <a:ext cx="3144596" cy="765690"/>
            <a:chOff x="7648295" y="1701983"/>
            <a:chExt cx="3144596" cy="765690"/>
          </a:xfrm>
          <a:solidFill>
            <a:srgbClr val="FFC000"/>
          </a:solidFill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CA8D40E-A392-E79D-8D95-FBB6BE09EB2C}"/>
                </a:ext>
              </a:extLst>
            </p:cNvPr>
            <p:cNvSpPr/>
            <p:nvPr/>
          </p:nvSpPr>
          <p:spPr>
            <a:xfrm>
              <a:off x="7648295" y="2008596"/>
              <a:ext cx="152464" cy="1524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36118D8D-425D-A19B-DBAA-471246B525B1}"/>
                </a:ext>
              </a:extLst>
            </p:cNvPr>
            <p:cNvSpPr/>
            <p:nvPr/>
          </p:nvSpPr>
          <p:spPr>
            <a:xfrm>
              <a:off x="7712201" y="1701983"/>
              <a:ext cx="3080690" cy="765690"/>
            </a:xfrm>
            <a:prstGeom prst="roundRect">
              <a:avLst>
                <a:gd name="adj" fmla="val 119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D93046D2-6893-72AC-A188-8A1AEA9F0AC7}"/>
                </a:ext>
              </a:extLst>
            </p:cNvPr>
            <p:cNvGrpSpPr/>
            <p:nvPr/>
          </p:nvGrpSpPr>
          <p:grpSpPr>
            <a:xfrm>
              <a:off x="7801184" y="1775490"/>
              <a:ext cx="655098" cy="618677"/>
              <a:chOff x="7779858" y="1681178"/>
              <a:chExt cx="670176" cy="632917"/>
            </a:xfrm>
            <a:grpFill/>
            <a:effectLst>
              <a:outerShdw blurRad="165100" dist="38100" algn="l" rotWithShape="0">
                <a:prstClr val="black">
                  <a:alpha val="23000"/>
                </a:prstClr>
              </a:outerShdw>
            </a:effectLst>
          </p:grpSpPr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7E199B2A-910F-390F-3075-5D19EF07ED15}"/>
                  </a:ext>
                </a:extLst>
              </p:cNvPr>
              <p:cNvSpPr/>
              <p:nvPr/>
            </p:nvSpPr>
            <p:spPr>
              <a:xfrm>
                <a:off x="7779858" y="1681178"/>
                <a:ext cx="592389" cy="632917"/>
              </a:xfrm>
              <a:prstGeom prst="roundRect">
                <a:avLst>
                  <a:gd name="adj" fmla="val 1195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0" name="Isosceles Triangle 99">
                <a:extLst>
                  <a:ext uri="{FF2B5EF4-FFF2-40B4-BE49-F238E27FC236}">
                    <a16:creationId xmlns:a16="http://schemas.microsoft.com/office/drawing/2014/main" id="{77D2ABDD-A6C8-0248-41D2-25CC0EE02771}"/>
                  </a:ext>
                </a:extLst>
              </p:cNvPr>
              <p:cNvSpPr/>
              <p:nvPr/>
            </p:nvSpPr>
            <p:spPr>
              <a:xfrm rot="5400000">
                <a:off x="8306277" y="1944112"/>
                <a:ext cx="180466" cy="107048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0C8056-428F-C2F1-5F43-7FEA2D69E23A}"/>
                </a:ext>
              </a:extLst>
            </p:cNvPr>
            <p:cNvSpPr txBox="1"/>
            <p:nvPr/>
          </p:nvSpPr>
          <p:spPr>
            <a:xfrm>
              <a:off x="10126860" y="1816982"/>
              <a:ext cx="537327" cy="535692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01</a:t>
              </a:r>
              <a:endParaRPr lang="en-IN" sz="3200" b="1" dirty="0">
                <a:solidFill>
                  <a:schemeClr val="bg1"/>
                </a:solidFill>
              </a:endParaRP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78E9E557-D31E-6BFF-BF6A-837C29D16945}"/>
                </a:ext>
              </a:extLst>
            </p:cNvPr>
            <p:cNvGrpSpPr/>
            <p:nvPr/>
          </p:nvGrpSpPr>
          <p:grpSpPr>
            <a:xfrm>
              <a:off x="8582112" y="1818716"/>
              <a:ext cx="1389258" cy="555076"/>
              <a:chOff x="8570043" y="3190673"/>
              <a:chExt cx="1953464" cy="555076"/>
            </a:xfrm>
            <a:grpFill/>
          </p:grpSpPr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ECE1D44-B31A-5696-340D-0925BA3C1B73}"/>
                  </a:ext>
                </a:extLst>
              </p:cNvPr>
              <p:cNvSpPr txBox="1"/>
              <p:nvPr/>
            </p:nvSpPr>
            <p:spPr>
              <a:xfrm>
                <a:off x="8570048" y="3394213"/>
                <a:ext cx="1953459" cy="351536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t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100" dirty="0">
                    <a:solidFill>
                      <a:schemeClr val="bg1"/>
                    </a:solidFill>
                  </a:rPr>
                  <a:t>Insert your desired text here. </a:t>
                </a:r>
                <a:endParaRPr lang="en-US" sz="11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6FFF119-5D94-1CBD-BFF7-9066B2DC0F0C}"/>
                  </a:ext>
                </a:extLst>
              </p:cNvPr>
              <p:cNvSpPr txBox="1"/>
              <p:nvPr/>
            </p:nvSpPr>
            <p:spPr>
              <a:xfrm>
                <a:off x="8570043" y="3190673"/>
                <a:ext cx="1953460" cy="165370"/>
              </a:xfrm>
              <a:prstGeom prst="rect">
                <a:avLst/>
              </a:prstGeom>
              <a:grp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Placeholder</a:t>
                </a:r>
              </a:p>
            </p:txBody>
          </p:sp>
        </p:grpSp>
        <p:pic>
          <p:nvPicPr>
            <p:cNvPr id="96" name="Graphic 95" descr="Door Open with solid fill">
              <a:extLst>
                <a:ext uri="{FF2B5EF4-FFF2-40B4-BE49-F238E27FC236}">
                  <a16:creationId xmlns:a16="http://schemas.microsoft.com/office/drawing/2014/main" id="{903D3BF0-20CF-7600-6E8C-4AD7CAA9E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96522" y="1901466"/>
              <a:ext cx="379619" cy="379619"/>
            </a:xfrm>
            <a:prstGeom prst="rect">
              <a:avLst/>
            </a:prstGeom>
          </p:spPr>
        </p:pic>
      </p:grpSp>
      <p:pic>
        <p:nvPicPr>
          <p:cNvPr id="101" name="Graphic 100" descr="Bullseye with solid fill">
            <a:extLst>
              <a:ext uri="{FF2B5EF4-FFF2-40B4-BE49-F238E27FC236}">
                <a16:creationId xmlns:a16="http://schemas.microsoft.com/office/drawing/2014/main" id="{D895D5E3-32F8-2CFA-0DF4-2174582E5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6507" y="1900699"/>
            <a:ext cx="379619" cy="379619"/>
          </a:xfrm>
          <a:prstGeom prst="rect">
            <a:avLst/>
          </a:prstGeom>
        </p:spPr>
      </p:pic>
      <p:pic>
        <p:nvPicPr>
          <p:cNvPr id="102" name="Graphic 101" descr="Daily calendar with solid fill">
            <a:extLst>
              <a:ext uri="{FF2B5EF4-FFF2-40B4-BE49-F238E27FC236}">
                <a16:creationId xmlns:a16="http://schemas.microsoft.com/office/drawing/2014/main" id="{EBFEA11E-C133-3E6F-6EAC-8BBF0C5212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17458" y="3074492"/>
            <a:ext cx="379619" cy="379619"/>
          </a:xfrm>
          <a:prstGeom prst="rect">
            <a:avLst/>
          </a:prstGeom>
        </p:spPr>
      </p:pic>
      <p:pic>
        <p:nvPicPr>
          <p:cNvPr id="103" name="Graphic 102" descr="Gears with solid fill">
            <a:extLst>
              <a:ext uri="{FF2B5EF4-FFF2-40B4-BE49-F238E27FC236}">
                <a16:creationId xmlns:a16="http://schemas.microsoft.com/office/drawing/2014/main" id="{F5895351-4D2E-A36B-DE28-0378AE8797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22807" y="4274219"/>
            <a:ext cx="379619" cy="379619"/>
          </a:xfrm>
          <a:prstGeom prst="rect">
            <a:avLst/>
          </a:prstGeom>
        </p:spPr>
      </p:pic>
      <p:pic>
        <p:nvPicPr>
          <p:cNvPr id="104" name="Graphic 103" descr="Clipboard Badge with solid fill">
            <a:extLst>
              <a:ext uri="{FF2B5EF4-FFF2-40B4-BE49-F238E27FC236}">
                <a16:creationId xmlns:a16="http://schemas.microsoft.com/office/drawing/2014/main" id="{B86D92AB-2CFC-F946-7010-F87D001BA1F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95865" y="5439590"/>
            <a:ext cx="379619" cy="379619"/>
          </a:xfrm>
          <a:prstGeom prst="rect">
            <a:avLst/>
          </a:prstGeom>
        </p:spPr>
      </p:pic>
      <p:pic>
        <p:nvPicPr>
          <p:cNvPr id="105" name="Graphic 104" descr="Clipboard Checked with solid fill">
            <a:extLst>
              <a:ext uri="{FF2B5EF4-FFF2-40B4-BE49-F238E27FC236}">
                <a16:creationId xmlns:a16="http://schemas.microsoft.com/office/drawing/2014/main" id="{D46CF384-DBC8-6AA2-B9E6-7C58499AA25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07588" y="5449986"/>
            <a:ext cx="379619" cy="37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74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roup 571"/>
          <p:cNvGrpSpPr/>
          <p:nvPr/>
        </p:nvGrpSpPr>
        <p:grpSpPr>
          <a:xfrm>
            <a:off x="7504137" y="4648627"/>
            <a:ext cx="3667123" cy="1861707"/>
            <a:chOff x="7504137" y="4648627"/>
            <a:chExt cx="3667123" cy="1861707"/>
          </a:xfrm>
          <a:solidFill>
            <a:schemeClr val="accent1">
              <a:lumMod val="50000"/>
            </a:schemeClr>
          </a:solidFill>
          <a:effectLst>
            <a:outerShdw blurRad="279400" dist="38100" dir="8100000" sx="102000" sy="102000" algn="tr" rotWithShape="0">
              <a:prstClr val="black">
                <a:alpha val="24000"/>
              </a:prstClr>
            </a:outerShdw>
          </a:effectLst>
        </p:grpSpPr>
        <p:sp>
          <p:nvSpPr>
            <p:cNvPr id="550" name="Freeform 533"/>
            <p:cNvSpPr>
              <a:spLocks/>
            </p:cNvSpPr>
            <p:nvPr/>
          </p:nvSpPr>
          <p:spPr bwMode="auto">
            <a:xfrm>
              <a:off x="7504137" y="4648627"/>
              <a:ext cx="3667123" cy="1861707"/>
            </a:xfrm>
            <a:custGeom>
              <a:avLst/>
              <a:gdLst>
                <a:gd name="T0" fmla="*/ 852 w 1400"/>
                <a:gd name="T1" fmla="*/ 175 h 589"/>
                <a:gd name="T2" fmla="*/ 10 w 1400"/>
                <a:gd name="T3" fmla="*/ 175 h 589"/>
                <a:gd name="T4" fmla="*/ 0 w 1400"/>
                <a:gd name="T5" fmla="*/ 408 h 589"/>
                <a:gd name="T6" fmla="*/ 852 w 1400"/>
                <a:gd name="T7" fmla="*/ 408 h 589"/>
                <a:gd name="T8" fmla="*/ 852 w 1400"/>
                <a:gd name="T9" fmla="*/ 533 h 589"/>
                <a:gd name="T10" fmla="*/ 921 w 1400"/>
                <a:gd name="T11" fmla="*/ 574 h 589"/>
                <a:gd name="T12" fmla="*/ 1365 w 1400"/>
                <a:gd name="T13" fmla="*/ 335 h 589"/>
                <a:gd name="T14" fmla="*/ 1363 w 1400"/>
                <a:gd name="T15" fmla="*/ 253 h 589"/>
                <a:gd name="T16" fmla="*/ 922 w 1400"/>
                <a:gd name="T17" fmla="*/ 15 h 589"/>
                <a:gd name="T18" fmla="*/ 852 w 1400"/>
                <a:gd name="T19" fmla="*/ 57 h 589"/>
                <a:gd name="T20" fmla="*/ 852 w 1400"/>
                <a:gd name="T21" fmla="*/ 17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00" h="589">
                  <a:moveTo>
                    <a:pt x="852" y="175"/>
                  </a:moveTo>
                  <a:cubicBezTo>
                    <a:pt x="10" y="175"/>
                    <a:pt x="10" y="175"/>
                    <a:pt x="10" y="175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852" y="408"/>
                    <a:pt x="852" y="408"/>
                    <a:pt x="852" y="408"/>
                  </a:cubicBezTo>
                  <a:cubicBezTo>
                    <a:pt x="852" y="533"/>
                    <a:pt x="852" y="533"/>
                    <a:pt x="852" y="533"/>
                  </a:cubicBezTo>
                  <a:cubicBezTo>
                    <a:pt x="852" y="575"/>
                    <a:pt x="894" y="589"/>
                    <a:pt x="921" y="574"/>
                  </a:cubicBezTo>
                  <a:cubicBezTo>
                    <a:pt x="1365" y="335"/>
                    <a:pt x="1365" y="335"/>
                    <a:pt x="1365" y="335"/>
                  </a:cubicBezTo>
                  <a:cubicBezTo>
                    <a:pt x="1400" y="316"/>
                    <a:pt x="1395" y="270"/>
                    <a:pt x="1363" y="253"/>
                  </a:cubicBezTo>
                  <a:cubicBezTo>
                    <a:pt x="922" y="15"/>
                    <a:pt x="922" y="15"/>
                    <a:pt x="922" y="15"/>
                  </a:cubicBezTo>
                  <a:cubicBezTo>
                    <a:pt x="894" y="0"/>
                    <a:pt x="852" y="14"/>
                    <a:pt x="852" y="57"/>
                  </a:cubicBezTo>
                  <a:lnTo>
                    <a:pt x="852" y="17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" name="Rectangle 565"/>
            <p:cNvSpPr/>
            <p:nvPr/>
          </p:nvSpPr>
          <p:spPr>
            <a:xfrm>
              <a:off x="9813009" y="5071649"/>
              <a:ext cx="1077905" cy="101566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sz="2400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05</a:t>
              </a:r>
            </a:p>
            <a:p>
              <a:r>
                <a:rPr lang="en-US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Sample </a:t>
              </a:r>
            </a:p>
            <a:p>
              <a:r>
                <a:rPr lang="en-US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Text. </a:t>
              </a:r>
            </a:p>
          </p:txBody>
        </p:sp>
      </p:grpSp>
      <p:grpSp>
        <p:nvGrpSpPr>
          <p:cNvPr id="571" name="Group 570"/>
          <p:cNvGrpSpPr/>
          <p:nvPr/>
        </p:nvGrpSpPr>
        <p:grpSpPr>
          <a:xfrm>
            <a:off x="6137836" y="4402259"/>
            <a:ext cx="3132751" cy="2313516"/>
            <a:chOff x="6137836" y="4402259"/>
            <a:chExt cx="3132751" cy="2313516"/>
          </a:xfrm>
          <a:solidFill>
            <a:schemeClr val="accent1">
              <a:lumMod val="75000"/>
            </a:schemeClr>
          </a:solidFill>
          <a:effectLst>
            <a:outerShdw blurRad="279400" dist="38100" dir="8100000" sx="102000" sy="102000" algn="tr" rotWithShape="0">
              <a:prstClr val="black">
                <a:alpha val="24000"/>
              </a:prstClr>
            </a:outerShdw>
          </a:effectLst>
        </p:grpSpPr>
        <p:sp>
          <p:nvSpPr>
            <p:cNvPr id="546" name="Freeform 529"/>
            <p:cNvSpPr>
              <a:spLocks/>
            </p:cNvSpPr>
            <p:nvPr/>
          </p:nvSpPr>
          <p:spPr bwMode="auto">
            <a:xfrm>
              <a:off x="6137836" y="4402259"/>
              <a:ext cx="3132751" cy="2313516"/>
            </a:xfrm>
            <a:custGeom>
              <a:avLst/>
              <a:gdLst>
                <a:gd name="T0" fmla="*/ 486 w 1274"/>
                <a:gd name="T1" fmla="*/ 254 h 847"/>
                <a:gd name="T2" fmla="*/ 9 w 1274"/>
                <a:gd name="T3" fmla="*/ 254 h 847"/>
                <a:gd name="T4" fmla="*/ 0 w 1274"/>
                <a:gd name="T5" fmla="*/ 593 h 847"/>
                <a:gd name="T6" fmla="*/ 486 w 1274"/>
                <a:gd name="T7" fmla="*/ 593 h 847"/>
                <a:gd name="T8" fmla="*/ 486 w 1274"/>
                <a:gd name="T9" fmla="*/ 767 h 847"/>
                <a:gd name="T10" fmla="*/ 586 w 1274"/>
                <a:gd name="T11" fmla="*/ 826 h 847"/>
                <a:gd name="T12" fmla="*/ 1223 w 1274"/>
                <a:gd name="T13" fmla="*/ 482 h 847"/>
                <a:gd name="T14" fmla="*/ 1221 w 1274"/>
                <a:gd name="T15" fmla="*/ 364 h 847"/>
                <a:gd name="T16" fmla="*/ 587 w 1274"/>
                <a:gd name="T17" fmla="*/ 22 h 847"/>
                <a:gd name="T18" fmla="*/ 486 w 1274"/>
                <a:gd name="T19" fmla="*/ 82 h 847"/>
                <a:gd name="T20" fmla="*/ 486 w 1274"/>
                <a:gd name="T21" fmla="*/ 254 h 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74" h="847">
                  <a:moveTo>
                    <a:pt x="486" y="254"/>
                  </a:moveTo>
                  <a:cubicBezTo>
                    <a:pt x="9" y="254"/>
                    <a:pt x="9" y="254"/>
                    <a:pt x="9" y="254"/>
                  </a:cubicBezTo>
                  <a:cubicBezTo>
                    <a:pt x="0" y="593"/>
                    <a:pt x="0" y="593"/>
                    <a:pt x="0" y="593"/>
                  </a:cubicBezTo>
                  <a:cubicBezTo>
                    <a:pt x="486" y="593"/>
                    <a:pt x="486" y="593"/>
                    <a:pt x="486" y="593"/>
                  </a:cubicBezTo>
                  <a:cubicBezTo>
                    <a:pt x="486" y="767"/>
                    <a:pt x="486" y="767"/>
                    <a:pt x="486" y="767"/>
                  </a:cubicBezTo>
                  <a:cubicBezTo>
                    <a:pt x="486" y="827"/>
                    <a:pt x="546" y="847"/>
                    <a:pt x="586" y="826"/>
                  </a:cubicBezTo>
                  <a:cubicBezTo>
                    <a:pt x="1223" y="482"/>
                    <a:pt x="1223" y="482"/>
                    <a:pt x="1223" y="482"/>
                  </a:cubicBezTo>
                  <a:cubicBezTo>
                    <a:pt x="1274" y="455"/>
                    <a:pt x="1267" y="388"/>
                    <a:pt x="1221" y="364"/>
                  </a:cubicBezTo>
                  <a:cubicBezTo>
                    <a:pt x="587" y="22"/>
                    <a:pt x="587" y="22"/>
                    <a:pt x="587" y="22"/>
                  </a:cubicBezTo>
                  <a:cubicBezTo>
                    <a:pt x="546" y="0"/>
                    <a:pt x="486" y="20"/>
                    <a:pt x="486" y="82"/>
                  </a:cubicBezTo>
                  <a:lnTo>
                    <a:pt x="486" y="25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" name="Rectangle 564"/>
            <p:cNvSpPr/>
            <p:nvPr/>
          </p:nvSpPr>
          <p:spPr>
            <a:xfrm>
              <a:off x="7416295" y="4850303"/>
              <a:ext cx="1487037" cy="141577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sz="3200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04</a:t>
              </a:r>
            </a:p>
            <a:p>
              <a:r>
                <a:rPr lang="en-US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This is a sample </a:t>
              </a:r>
            </a:p>
            <a:p>
              <a:r>
                <a:rPr lang="en-US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text. </a:t>
              </a:r>
            </a:p>
          </p:txBody>
        </p:sp>
      </p:grpSp>
      <p:grpSp>
        <p:nvGrpSpPr>
          <p:cNvPr id="570" name="Group 569"/>
          <p:cNvGrpSpPr/>
          <p:nvPr/>
        </p:nvGrpSpPr>
        <p:grpSpPr>
          <a:xfrm>
            <a:off x="4844955" y="1549912"/>
            <a:ext cx="2536035" cy="4561207"/>
            <a:chOff x="4844955" y="1549912"/>
            <a:chExt cx="2536035" cy="4561207"/>
          </a:xfrm>
          <a:solidFill>
            <a:schemeClr val="accent1">
              <a:lumMod val="60000"/>
              <a:lumOff val="40000"/>
            </a:schemeClr>
          </a:solidFill>
          <a:effectLst>
            <a:outerShdw blurRad="279400" dist="38100" dir="8100000" sx="102000" sy="102000" algn="tr" rotWithShape="0">
              <a:prstClr val="black">
                <a:alpha val="24000"/>
              </a:prstClr>
            </a:outerShdw>
          </a:effectLst>
        </p:grpSpPr>
        <p:sp>
          <p:nvSpPr>
            <p:cNvPr id="542" name="Freeform 525"/>
            <p:cNvSpPr>
              <a:spLocks/>
            </p:cNvSpPr>
            <p:nvPr/>
          </p:nvSpPr>
          <p:spPr bwMode="auto">
            <a:xfrm>
              <a:off x="4844955" y="1549912"/>
              <a:ext cx="2536035" cy="4561207"/>
            </a:xfrm>
            <a:custGeom>
              <a:avLst/>
              <a:gdLst>
                <a:gd name="T0" fmla="*/ 316 w 1045"/>
                <a:gd name="T1" fmla="*/ 0 h 1780"/>
                <a:gd name="T2" fmla="*/ 316 w 1045"/>
                <a:gd name="T3" fmla="*/ 809 h 1780"/>
                <a:gd name="T4" fmla="*/ 100 w 1045"/>
                <a:gd name="T5" fmla="*/ 809 h 1780"/>
                <a:gd name="T6" fmla="*/ 27 w 1045"/>
                <a:gd name="T7" fmla="*/ 932 h 1780"/>
                <a:gd name="T8" fmla="*/ 450 w 1045"/>
                <a:gd name="T9" fmla="*/ 1718 h 1780"/>
                <a:gd name="T10" fmla="*/ 597 w 1045"/>
                <a:gd name="T11" fmla="*/ 1715 h 1780"/>
                <a:gd name="T12" fmla="*/ 1018 w 1045"/>
                <a:gd name="T13" fmla="*/ 933 h 1780"/>
                <a:gd name="T14" fmla="*/ 943 w 1045"/>
                <a:gd name="T15" fmla="*/ 809 h 1780"/>
                <a:gd name="T16" fmla="*/ 724 w 1045"/>
                <a:gd name="T17" fmla="*/ 809 h 1780"/>
                <a:gd name="T18" fmla="*/ 724 w 1045"/>
                <a:gd name="T19" fmla="*/ 6 h 1780"/>
                <a:gd name="T20" fmla="*/ 316 w 1045"/>
                <a:gd name="T21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45" h="1780">
                  <a:moveTo>
                    <a:pt x="316" y="0"/>
                  </a:moveTo>
                  <a:cubicBezTo>
                    <a:pt x="316" y="809"/>
                    <a:pt x="316" y="809"/>
                    <a:pt x="316" y="809"/>
                  </a:cubicBezTo>
                  <a:cubicBezTo>
                    <a:pt x="100" y="809"/>
                    <a:pt x="100" y="809"/>
                    <a:pt x="100" y="809"/>
                  </a:cubicBezTo>
                  <a:cubicBezTo>
                    <a:pt x="25" y="809"/>
                    <a:pt x="0" y="883"/>
                    <a:pt x="27" y="932"/>
                  </a:cubicBezTo>
                  <a:cubicBezTo>
                    <a:pt x="450" y="1718"/>
                    <a:pt x="450" y="1718"/>
                    <a:pt x="450" y="1718"/>
                  </a:cubicBezTo>
                  <a:cubicBezTo>
                    <a:pt x="484" y="1780"/>
                    <a:pt x="566" y="1772"/>
                    <a:pt x="597" y="1715"/>
                  </a:cubicBezTo>
                  <a:cubicBezTo>
                    <a:pt x="1018" y="933"/>
                    <a:pt x="1018" y="933"/>
                    <a:pt x="1018" y="933"/>
                  </a:cubicBezTo>
                  <a:cubicBezTo>
                    <a:pt x="1045" y="883"/>
                    <a:pt x="1019" y="809"/>
                    <a:pt x="943" y="809"/>
                  </a:cubicBezTo>
                  <a:cubicBezTo>
                    <a:pt x="724" y="809"/>
                    <a:pt x="724" y="809"/>
                    <a:pt x="724" y="809"/>
                  </a:cubicBezTo>
                  <a:cubicBezTo>
                    <a:pt x="724" y="6"/>
                    <a:pt x="724" y="6"/>
                    <a:pt x="724" y="6"/>
                  </a:cubicBezTo>
                  <a:lnTo>
                    <a:pt x="316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" name="Rectangle 563"/>
            <p:cNvSpPr/>
            <p:nvPr/>
          </p:nvSpPr>
          <p:spPr>
            <a:xfrm>
              <a:off x="5261819" y="3738357"/>
              <a:ext cx="1702306" cy="141577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03</a:t>
              </a:r>
            </a:p>
            <a:p>
              <a:pPr algn="ctr"/>
              <a:r>
                <a:rPr lang="en-US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This is a sample </a:t>
              </a:r>
            </a:p>
            <a:p>
              <a:pPr algn="ctr"/>
              <a:r>
                <a:rPr lang="en-US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text. </a:t>
              </a:r>
            </a:p>
          </p:txBody>
        </p:sp>
      </p:grpSp>
      <p:grpSp>
        <p:nvGrpSpPr>
          <p:cNvPr id="569" name="Group 568"/>
          <p:cNvGrpSpPr/>
          <p:nvPr/>
        </p:nvGrpSpPr>
        <p:grpSpPr>
          <a:xfrm>
            <a:off x="5093586" y="498337"/>
            <a:ext cx="5159093" cy="2983844"/>
            <a:chOff x="5093586" y="498337"/>
            <a:chExt cx="5159093" cy="2983844"/>
          </a:xfrm>
          <a:solidFill>
            <a:schemeClr val="accent1">
              <a:lumMod val="40000"/>
              <a:lumOff val="60000"/>
            </a:schemeClr>
          </a:solidFill>
          <a:effectLst>
            <a:outerShdw blurRad="279400" dist="38100" dir="8100000" sx="102000" sy="102000" algn="tr" rotWithShape="0">
              <a:prstClr val="black">
                <a:alpha val="24000"/>
              </a:prstClr>
            </a:outerShdw>
          </a:effectLst>
        </p:grpSpPr>
        <p:sp>
          <p:nvSpPr>
            <p:cNvPr id="538" name="Freeform 521"/>
            <p:cNvSpPr>
              <a:spLocks/>
            </p:cNvSpPr>
            <p:nvPr/>
          </p:nvSpPr>
          <p:spPr bwMode="auto">
            <a:xfrm>
              <a:off x="5093586" y="498337"/>
              <a:ext cx="5159093" cy="2983844"/>
            </a:xfrm>
            <a:custGeom>
              <a:avLst/>
              <a:gdLst>
                <a:gd name="T0" fmla="*/ 2141 w 2145"/>
                <a:gd name="T1" fmla="*/ 332 h 1149"/>
                <a:gd name="T2" fmla="*/ 1069 w 2145"/>
                <a:gd name="T3" fmla="*/ 332 h 1149"/>
                <a:gd name="T4" fmla="*/ 1069 w 2145"/>
                <a:gd name="T5" fmla="*/ 112 h 1149"/>
                <a:gd name="T6" fmla="*/ 931 w 2145"/>
                <a:gd name="T7" fmla="*/ 30 h 1149"/>
                <a:gd name="T8" fmla="*/ 72 w 2145"/>
                <a:gd name="T9" fmla="*/ 493 h 1149"/>
                <a:gd name="T10" fmla="*/ 69 w 2145"/>
                <a:gd name="T11" fmla="*/ 654 h 1149"/>
                <a:gd name="T12" fmla="*/ 933 w 2145"/>
                <a:gd name="T13" fmla="*/ 1120 h 1149"/>
                <a:gd name="T14" fmla="*/ 1069 w 2145"/>
                <a:gd name="T15" fmla="*/ 1040 h 1149"/>
                <a:gd name="T16" fmla="*/ 1069 w 2145"/>
                <a:gd name="T17" fmla="*/ 813 h 1149"/>
                <a:gd name="T18" fmla="*/ 2145 w 2145"/>
                <a:gd name="T19" fmla="*/ 813 h 1149"/>
                <a:gd name="T20" fmla="*/ 2141 w 2145"/>
                <a:gd name="T21" fmla="*/ 332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45" h="1149">
                  <a:moveTo>
                    <a:pt x="2141" y="332"/>
                  </a:moveTo>
                  <a:cubicBezTo>
                    <a:pt x="1069" y="332"/>
                    <a:pt x="1069" y="332"/>
                    <a:pt x="1069" y="332"/>
                  </a:cubicBezTo>
                  <a:cubicBezTo>
                    <a:pt x="1069" y="112"/>
                    <a:pt x="1069" y="112"/>
                    <a:pt x="1069" y="112"/>
                  </a:cubicBezTo>
                  <a:cubicBezTo>
                    <a:pt x="1069" y="28"/>
                    <a:pt x="987" y="0"/>
                    <a:pt x="931" y="30"/>
                  </a:cubicBezTo>
                  <a:cubicBezTo>
                    <a:pt x="72" y="493"/>
                    <a:pt x="72" y="493"/>
                    <a:pt x="72" y="493"/>
                  </a:cubicBezTo>
                  <a:cubicBezTo>
                    <a:pt x="9" y="527"/>
                    <a:pt x="0" y="617"/>
                    <a:pt x="69" y="654"/>
                  </a:cubicBezTo>
                  <a:cubicBezTo>
                    <a:pt x="933" y="1120"/>
                    <a:pt x="933" y="1120"/>
                    <a:pt x="933" y="1120"/>
                  </a:cubicBezTo>
                  <a:cubicBezTo>
                    <a:pt x="986" y="1149"/>
                    <a:pt x="1069" y="1122"/>
                    <a:pt x="1069" y="1040"/>
                  </a:cubicBezTo>
                  <a:cubicBezTo>
                    <a:pt x="1069" y="813"/>
                    <a:pt x="1069" y="813"/>
                    <a:pt x="1069" y="813"/>
                  </a:cubicBezTo>
                  <a:cubicBezTo>
                    <a:pt x="2145" y="813"/>
                    <a:pt x="2145" y="813"/>
                    <a:pt x="2145" y="813"/>
                  </a:cubicBezTo>
                  <a:lnTo>
                    <a:pt x="2141" y="332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" name="Rectangle 562"/>
            <p:cNvSpPr/>
            <p:nvPr/>
          </p:nvSpPr>
          <p:spPr>
            <a:xfrm>
              <a:off x="5484298" y="1085850"/>
              <a:ext cx="2034994" cy="141577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r"/>
              <a:r>
                <a:rPr lang="en-US" sz="3200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02</a:t>
              </a:r>
            </a:p>
            <a:p>
              <a:pPr algn="r"/>
              <a:r>
                <a:rPr lang="en-US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This is a sample text. Insert your text here. </a:t>
              </a:r>
            </a:p>
          </p:txBody>
        </p:sp>
      </p:grpSp>
      <p:grpSp>
        <p:nvGrpSpPr>
          <p:cNvPr id="568" name="Group 567"/>
          <p:cNvGrpSpPr/>
          <p:nvPr/>
        </p:nvGrpSpPr>
        <p:grpSpPr>
          <a:xfrm>
            <a:off x="8102021" y="248587"/>
            <a:ext cx="4089979" cy="3470199"/>
            <a:chOff x="8102021" y="248587"/>
            <a:chExt cx="4089979" cy="3470199"/>
          </a:xfrm>
          <a:effectLst>
            <a:outerShdw blurRad="279400" dist="38100" dir="8100000" sx="102000" sy="102000" algn="tr" rotWithShape="0">
              <a:prstClr val="black">
                <a:alpha val="24000"/>
              </a:prstClr>
            </a:outerShdw>
          </a:effectLst>
        </p:grpSpPr>
        <p:sp>
          <p:nvSpPr>
            <p:cNvPr id="534" name="Freeform 517"/>
            <p:cNvSpPr>
              <a:spLocks/>
            </p:cNvSpPr>
            <p:nvPr/>
          </p:nvSpPr>
          <p:spPr bwMode="auto">
            <a:xfrm>
              <a:off x="8102021" y="248587"/>
              <a:ext cx="4089979" cy="3470199"/>
            </a:xfrm>
            <a:custGeom>
              <a:avLst/>
              <a:gdLst>
                <a:gd name="T0" fmla="*/ 82 w 1679"/>
                <a:gd name="T1" fmla="*/ 775 h 1361"/>
                <a:gd name="T2" fmla="*/ 86 w 1679"/>
                <a:gd name="T3" fmla="*/ 584 h 1361"/>
                <a:gd name="T4" fmla="*/ 1104 w 1679"/>
                <a:gd name="T5" fmla="*/ 35 h 1361"/>
                <a:gd name="T6" fmla="*/ 1267 w 1679"/>
                <a:gd name="T7" fmla="*/ 132 h 1361"/>
                <a:gd name="T8" fmla="*/ 1267 w 1679"/>
                <a:gd name="T9" fmla="*/ 386 h 1361"/>
                <a:gd name="T10" fmla="*/ 1679 w 1679"/>
                <a:gd name="T11" fmla="*/ 386 h 1361"/>
                <a:gd name="T12" fmla="*/ 1679 w 1679"/>
                <a:gd name="T13" fmla="*/ 976 h 1361"/>
                <a:gd name="T14" fmla="*/ 1267 w 1679"/>
                <a:gd name="T15" fmla="*/ 976 h 1361"/>
                <a:gd name="T16" fmla="*/ 1267 w 1679"/>
                <a:gd name="T17" fmla="*/ 1232 h 1361"/>
                <a:gd name="T18" fmla="*/ 1106 w 1679"/>
                <a:gd name="T19" fmla="*/ 1327 h 1361"/>
                <a:gd name="T20" fmla="*/ 82 w 1679"/>
                <a:gd name="T21" fmla="*/ 775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79" h="1361">
                  <a:moveTo>
                    <a:pt x="82" y="775"/>
                  </a:moveTo>
                  <a:cubicBezTo>
                    <a:pt x="0" y="731"/>
                    <a:pt x="11" y="624"/>
                    <a:pt x="86" y="584"/>
                  </a:cubicBezTo>
                  <a:cubicBezTo>
                    <a:pt x="1104" y="35"/>
                    <a:pt x="1104" y="35"/>
                    <a:pt x="1104" y="35"/>
                  </a:cubicBezTo>
                  <a:cubicBezTo>
                    <a:pt x="1170" y="0"/>
                    <a:pt x="1267" y="33"/>
                    <a:pt x="1267" y="132"/>
                  </a:cubicBezTo>
                  <a:cubicBezTo>
                    <a:pt x="1267" y="386"/>
                    <a:pt x="1267" y="386"/>
                    <a:pt x="1267" y="386"/>
                  </a:cubicBezTo>
                  <a:cubicBezTo>
                    <a:pt x="1679" y="386"/>
                    <a:pt x="1679" y="386"/>
                    <a:pt x="1679" y="386"/>
                  </a:cubicBezTo>
                  <a:cubicBezTo>
                    <a:pt x="1679" y="976"/>
                    <a:pt x="1679" y="976"/>
                    <a:pt x="1679" y="976"/>
                  </a:cubicBezTo>
                  <a:cubicBezTo>
                    <a:pt x="1267" y="976"/>
                    <a:pt x="1267" y="976"/>
                    <a:pt x="1267" y="976"/>
                  </a:cubicBezTo>
                  <a:cubicBezTo>
                    <a:pt x="1267" y="1232"/>
                    <a:pt x="1267" y="1232"/>
                    <a:pt x="1267" y="1232"/>
                  </a:cubicBezTo>
                  <a:cubicBezTo>
                    <a:pt x="1267" y="1329"/>
                    <a:pt x="1170" y="1361"/>
                    <a:pt x="1106" y="1327"/>
                  </a:cubicBezTo>
                  <a:lnTo>
                    <a:pt x="82" y="77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" name="Rectangle 561"/>
            <p:cNvSpPr/>
            <p:nvPr/>
          </p:nvSpPr>
          <p:spPr>
            <a:xfrm>
              <a:off x="9034326" y="1275800"/>
              <a:ext cx="1979456" cy="14157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3200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01</a:t>
              </a:r>
            </a:p>
            <a:p>
              <a:pPr algn="r"/>
              <a:r>
                <a:rPr lang="en-US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This is a sample text. Insert your text here. 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93347" y="2035158"/>
            <a:ext cx="4990951" cy="2787684"/>
            <a:chOff x="340947" y="920606"/>
            <a:chExt cx="4990951" cy="2787684"/>
          </a:xfrm>
        </p:grpSpPr>
        <p:sp>
          <p:nvSpPr>
            <p:cNvPr id="20" name="Rectangle 19"/>
            <p:cNvSpPr/>
            <p:nvPr/>
          </p:nvSpPr>
          <p:spPr>
            <a:xfrm>
              <a:off x="340947" y="920606"/>
              <a:ext cx="4990951" cy="8210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800" spc="-3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Title Goes Here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0709" y="1953964"/>
              <a:ext cx="3710291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 This is a sample text. Insert your desired text here. This is a sample text.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618323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6E3FB7-9CB2-2F3A-CDB6-BF8AA480454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7" name="Forme libre 9">
            <a:extLst>
              <a:ext uri="{FF2B5EF4-FFF2-40B4-BE49-F238E27FC236}">
                <a16:creationId xmlns:a16="http://schemas.microsoft.com/office/drawing/2014/main" id="{53DEA2FD-99EE-DE31-1980-EB98C887B0AE}"/>
              </a:ext>
            </a:extLst>
          </p:cNvPr>
          <p:cNvSpPr/>
          <p:nvPr/>
        </p:nvSpPr>
        <p:spPr>
          <a:xfrm>
            <a:off x="2435482" y="2981483"/>
            <a:ext cx="2016789" cy="930902"/>
          </a:xfrm>
          <a:custGeom>
            <a:avLst/>
            <a:gdLst>
              <a:gd name="connsiteX0" fmla="*/ 1936029 w 1936028"/>
              <a:gd name="connsiteY0" fmla="*/ 0 h 893625"/>
              <a:gd name="connsiteX1" fmla="*/ 929797 w 1936028"/>
              <a:gd name="connsiteY1" fmla="*/ 0 h 893625"/>
              <a:gd name="connsiteX2" fmla="*/ 567410 w 1936028"/>
              <a:gd name="connsiteY2" fmla="*/ 175458 h 893625"/>
              <a:gd name="connsiteX3" fmla="*/ 0 w 1936028"/>
              <a:gd name="connsiteY3" fmla="*/ 893625 h 893625"/>
              <a:gd name="connsiteX4" fmla="*/ 1229988 w 1936028"/>
              <a:gd name="connsiteY4" fmla="*/ 893625 h 893625"/>
              <a:gd name="connsiteX5" fmla="*/ 1936029 w 1936028"/>
              <a:gd name="connsiteY5" fmla="*/ 0 h 89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36028" h="893625">
                <a:moveTo>
                  <a:pt x="1936029" y="0"/>
                </a:moveTo>
                <a:lnTo>
                  <a:pt x="929797" y="0"/>
                </a:lnTo>
                <a:cubicBezTo>
                  <a:pt x="788470" y="0"/>
                  <a:pt x="654934" y="64729"/>
                  <a:pt x="567410" y="175458"/>
                </a:cubicBezTo>
                <a:lnTo>
                  <a:pt x="0" y="893625"/>
                </a:lnTo>
                <a:lnTo>
                  <a:pt x="1229988" y="893625"/>
                </a:lnTo>
                <a:lnTo>
                  <a:pt x="1936029" y="0"/>
                </a:lnTo>
                <a:close/>
              </a:path>
            </a:pathLst>
          </a:custGeom>
          <a:solidFill>
            <a:srgbClr val="FFC000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1350"/>
          </a:p>
        </p:txBody>
      </p:sp>
      <p:sp>
        <p:nvSpPr>
          <p:cNvPr id="28" name="Forme libre 10">
            <a:extLst>
              <a:ext uri="{FF2B5EF4-FFF2-40B4-BE49-F238E27FC236}">
                <a16:creationId xmlns:a16="http://schemas.microsoft.com/office/drawing/2014/main" id="{E4A3E386-818D-3FB7-E9AE-D67ABE22C648}"/>
              </a:ext>
            </a:extLst>
          </p:cNvPr>
          <p:cNvSpPr/>
          <p:nvPr/>
        </p:nvSpPr>
        <p:spPr>
          <a:xfrm>
            <a:off x="3711428" y="2748600"/>
            <a:ext cx="2292659" cy="1163784"/>
          </a:xfrm>
          <a:custGeom>
            <a:avLst/>
            <a:gdLst>
              <a:gd name="connsiteX0" fmla="*/ 2200851 w 2200851"/>
              <a:gd name="connsiteY0" fmla="*/ 150 h 1117181"/>
              <a:gd name="connsiteX1" fmla="*/ 1106347 w 2200851"/>
              <a:gd name="connsiteY1" fmla="*/ 150 h 1117181"/>
              <a:gd name="connsiteX2" fmla="*/ 743958 w 2200851"/>
              <a:gd name="connsiteY2" fmla="*/ 175608 h 1117181"/>
              <a:gd name="connsiteX3" fmla="*/ 0 w 2200851"/>
              <a:gd name="connsiteY3" fmla="*/ 1117182 h 1117181"/>
              <a:gd name="connsiteX4" fmla="*/ 1318114 w 2200851"/>
              <a:gd name="connsiteY4" fmla="*/ 1117182 h 1117181"/>
              <a:gd name="connsiteX5" fmla="*/ 2200703 w 2200851"/>
              <a:gd name="connsiteY5" fmla="*/ 0 h 1117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0851" h="1117181">
                <a:moveTo>
                  <a:pt x="2200851" y="150"/>
                </a:moveTo>
                <a:lnTo>
                  <a:pt x="1106347" y="150"/>
                </a:lnTo>
                <a:cubicBezTo>
                  <a:pt x="965018" y="150"/>
                  <a:pt x="831482" y="64880"/>
                  <a:pt x="743958" y="175608"/>
                </a:cubicBezTo>
                <a:lnTo>
                  <a:pt x="0" y="1117182"/>
                </a:lnTo>
                <a:lnTo>
                  <a:pt x="1318114" y="1117182"/>
                </a:lnTo>
                <a:lnTo>
                  <a:pt x="2200703" y="0"/>
                </a:lnTo>
                <a:close/>
              </a:path>
            </a:pathLst>
          </a:custGeom>
          <a:solidFill>
            <a:srgbClr val="FF0000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1350"/>
          </a:p>
        </p:txBody>
      </p:sp>
      <p:sp>
        <p:nvSpPr>
          <p:cNvPr id="29" name="Forme libre 11">
            <a:extLst>
              <a:ext uri="{FF2B5EF4-FFF2-40B4-BE49-F238E27FC236}">
                <a16:creationId xmlns:a16="http://schemas.microsoft.com/office/drawing/2014/main" id="{C925337F-4994-3605-D3A8-52C45BFBB715}"/>
              </a:ext>
            </a:extLst>
          </p:cNvPr>
          <p:cNvSpPr/>
          <p:nvPr/>
        </p:nvSpPr>
        <p:spPr>
          <a:xfrm>
            <a:off x="5054238" y="2423940"/>
            <a:ext cx="2673129" cy="1488444"/>
          </a:xfrm>
          <a:custGeom>
            <a:avLst/>
            <a:gdLst>
              <a:gd name="connsiteX0" fmla="*/ 2566086 w 2566085"/>
              <a:gd name="connsiteY0" fmla="*/ 150 h 1428840"/>
              <a:gd name="connsiteX1" fmla="*/ 1383458 w 2566085"/>
              <a:gd name="connsiteY1" fmla="*/ 150 h 1428840"/>
              <a:gd name="connsiteX2" fmla="*/ 1021069 w 2566085"/>
              <a:gd name="connsiteY2" fmla="*/ 175608 h 1428840"/>
              <a:gd name="connsiteX3" fmla="*/ 0 w 2566085"/>
              <a:gd name="connsiteY3" fmla="*/ 1428841 h 1428840"/>
              <a:gd name="connsiteX4" fmla="*/ 1406386 w 2566085"/>
              <a:gd name="connsiteY4" fmla="*/ 1428841 h 1428840"/>
              <a:gd name="connsiteX5" fmla="*/ 2566086 w 2566085"/>
              <a:gd name="connsiteY5" fmla="*/ 0 h 1428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66085" h="1428840">
                <a:moveTo>
                  <a:pt x="2566086" y="150"/>
                </a:moveTo>
                <a:lnTo>
                  <a:pt x="1383458" y="150"/>
                </a:lnTo>
                <a:cubicBezTo>
                  <a:pt x="1242129" y="150"/>
                  <a:pt x="1108593" y="64879"/>
                  <a:pt x="1021069" y="175608"/>
                </a:cubicBezTo>
                <a:lnTo>
                  <a:pt x="0" y="1428841"/>
                </a:lnTo>
                <a:lnTo>
                  <a:pt x="1406386" y="1428841"/>
                </a:lnTo>
                <a:lnTo>
                  <a:pt x="2566086" y="0"/>
                </a:lnTo>
                <a:close/>
              </a:path>
            </a:pathLst>
          </a:custGeom>
          <a:solidFill>
            <a:srgbClr val="00B050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1350"/>
          </a:p>
        </p:txBody>
      </p:sp>
      <p:sp>
        <p:nvSpPr>
          <p:cNvPr id="30" name="Forme libre 12">
            <a:extLst>
              <a:ext uri="{FF2B5EF4-FFF2-40B4-BE49-F238E27FC236}">
                <a16:creationId xmlns:a16="http://schemas.microsoft.com/office/drawing/2014/main" id="{31307451-AAEB-26CB-8228-13D304C82AC3}"/>
              </a:ext>
            </a:extLst>
          </p:cNvPr>
          <p:cNvSpPr/>
          <p:nvPr/>
        </p:nvSpPr>
        <p:spPr>
          <a:xfrm>
            <a:off x="6514095" y="1768843"/>
            <a:ext cx="3252815" cy="2579336"/>
          </a:xfrm>
          <a:custGeom>
            <a:avLst/>
            <a:gdLst>
              <a:gd name="connsiteX0" fmla="*/ 3122408 w 3122557"/>
              <a:gd name="connsiteY0" fmla="*/ 1238099 h 2476048"/>
              <a:gd name="connsiteX1" fmla="*/ 2033297 w 3122557"/>
              <a:gd name="connsiteY1" fmla="*/ 0 h 2476048"/>
              <a:gd name="connsiteX2" fmla="*/ 2033297 w 3122557"/>
              <a:gd name="connsiteY2" fmla="*/ 382833 h 2476048"/>
              <a:gd name="connsiteX3" fmla="*/ 1554909 w 3122557"/>
              <a:gd name="connsiteY3" fmla="*/ 382833 h 2476048"/>
              <a:gd name="connsiteX4" fmla="*/ 1192522 w 3122557"/>
              <a:gd name="connsiteY4" fmla="*/ 558291 h 2476048"/>
              <a:gd name="connsiteX5" fmla="*/ 0 w 3122557"/>
              <a:gd name="connsiteY5" fmla="*/ 2057556 h 2476048"/>
              <a:gd name="connsiteX6" fmla="*/ 2033447 w 3122557"/>
              <a:gd name="connsiteY6" fmla="*/ 2057556 h 2476048"/>
              <a:gd name="connsiteX7" fmla="*/ 2033447 w 3122557"/>
              <a:gd name="connsiteY7" fmla="*/ 2476049 h 2476048"/>
              <a:gd name="connsiteX8" fmla="*/ 3122558 w 3122557"/>
              <a:gd name="connsiteY8" fmla="*/ 1237949 h 247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22557" h="2476048">
                <a:moveTo>
                  <a:pt x="3122408" y="1238099"/>
                </a:moveTo>
                <a:lnTo>
                  <a:pt x="2033297" y="0"/>
                </a:lnTo>
                <a:lnTo>
                  <a:pt x="2033297" y="382833"/>
                </a:lnTo>
                <a:lnTo>
                  <a:pt x="1554909" y="382833"/>
                </a:lnTo>
                <a:cubicBezTo>
                  <a:pt x="1413582" y="382833"/>
                  <a:pt x="1280046" y="447562"/>
                  <a:pt x="1192522" y="558291"/>
                </a:cubicBezTo>
                <a:lnTo>
                  <a:pt x="0" y="2057556"/>
                </a:lnTo>
                <a:lnTo>
                  <a:pt x="2033447" y="2057556"/>
                </a:lnTo>
                <a:lnTo>
                  <a:pt x="2033447" y="2476049"/>
                </a:lnTo>
                <a:lnTo>
                  <a:pt x="3122558" y="123794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1350"/>
          </a:p>
        </p:txBody>
      </p:sp>
      <p:sp>
        <p:nvSpPr>
          <p:cNvPr id="31" name="ZoneTexte 2">
            <a:extLst>
              <a:ext uri="{FF2B5EF4-FFF2-40B4-BE49-F238E27FC236}">
                <a16:creationId xmlns:a16="http://schemas.microsoft.com/office/drawing/2014/main" id="{DD7F6428-C8F9-7C9B-A974-619CE00E5A9E}"/>
              </a:ext>
            </a:extLst>
          </p:cNvPr>
          <p:cNvSpPr txBox="1"/>
          <p:nvPr/>
        </p:nvSpPr>
        <p:spPr>
          <a:xfrm>
            <a:off x="3148368" y="3002721"/>
            <a:ext cx="303288" cy="25391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32" name="ZoneTexte 3">
            <a:extLst>
              <a:ext uri="{FF2B5EF4-FFF2-40B4-BE49-F238E27FC236}">
                <a16:creationId xmlns:a16="http://schemas.microsoft.com/office/drawing/2014/main" id="{2A70E2A0-F815-4B6B-DAE5-17DF0C4C3154}"/>
              </a:ext>
            </a:extLst>
          </p:cNvPr>
          <p:cNvSpPr txBox="1"/>
          <p:nvPr/>
        </p:nvSpPr>
        <p:spPr>
          <a:xfrm>
            <a:off x="4581794" y="2771889"/>
            <a:ext cx="327334" cy="25391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ZoneTexte 4">
            <a:extLst>
              <a:ext uri="{FF2B5EF4-FFF2-40B4-BE49-F238E27FC236}">
                <a16:creationId xmlns:a16="http://schemas.microsoft.com/office/drawing/2014/main" id="{4609C5F0-EBD3-36FC-84B2-6A898848735B}"/>
              </a:ext>
            </a:extLst>
          </p:cNvPr>
          <p:cNvSpPr txBox="1"/>
          <p:nvPr/>
        </p:nvSpPr>
        <p:spPr>
          <a:xfrm>
            <a:off x="6206853" y="2482320"/>
            <a:ext cx="328937" cy="25391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4" name="ZoneTexte 5">
            <a:extLst>
              <a:ext uri="{FF2B5EF4-FFF2-40B4-BE49-F238E27FC236}">
                <a16:creationId xmlns:a16="http://schemas.microsoft.com/office/drawing/2014/main" id="{EDF83C83-5A1E-2B2D-8060-9BAAD1B1B176}"/>
              </a:ext>
            </a:extLst>
          </p:cNvPr>
          <p:cNvSpPr txBox="1"/>
          <p:nvPr/>
        </p:nvSpPr>
        <p:spPr>
          <a:xfrm>
            <a:off x="7835051" y="2181566"/>
            <a:ext cx="335349" cy="25391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04</a:t>
            </a:r>
          </a:p>
        </p:txBody>
      </p:sp>
      <p:pic>
        <p:nvPicPr>
          <p:cNvPr id="35" name="Graphic 34" descr="Bullseye with solid fill">
            <a:extLst>
              <a:ext uri="{FF2B5EF4-FFF2-40B4-BE49-F238E27FC236}">
                <a16:creationId xmlns:a16="http://schemas.microsoft.com/office/drawing/2014/main" id="{2A2F5EAA-B3C6-92F5-0992-823C1718F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6135" y="3145713"/>
            <a:ext cx="608930" cy="608930"/>
          </a:xfrm>
          <a:prstGeom prst="rect">
            <a:avLst/>
          </a:prstGeom>
        </p:spPr>
      </p:pic>
      <p:pic>
        <p:nvPicPr>
          <p:cNvPr id="36" name="Graphic 35" descr="Gears with solid fill">
            <a:extLst>
              <a:ext uri="{FF2B5EF4-FFF2-40B4-BE49-F238E27FC236}">
                <a16:creationId xmlns:a16="http://schemas.microsoft.com/office/drawing/2014/main" id="{08BF1968-41C9-5811-F3A1-4251E4C9DF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0629" y="2546555"/>
            <a:ext cx="1023910" cy="1023910"/>
          </a:xfrm>
          <a:prstGeom prst="rect">
            <a:avLst/>
          </a:prstGeom>
        </p:spPr>
      </p:pic>
      <p:pic>
        <p:nvPicPr>
          <p:cNvPr id="37" name="Graphic 36" descr="Hourglass 30% with solid fill">
            <a:extLst>
              <a:ext uri="{FF2B5EF4-FFF2-40B4-BE49-F238E27FC236}">
                <a16:creationId xmlns:a16="http://schemas.microsoft.com/office/drawing/2014/main" id="{EC778A20-6802-0D60-26EC-7B25A250CC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0996" y="2938913"/>
            <a:ext cx="753527" cy="753527"/>
          </a:xfrm>
          <a:prstGeom prst="rect">
            <a:avLst/>
          </a:prstGeom>
        </p:spPr>
      </p:pic>
      <p:pic>
        <p:nvPicPr>
          <p:cNvPr id="38" name="Graphic 37" descr="Lightbulb with solid fill">
            <a:extLst>
              <a:ext uri="{FF2B5EF4-FFF2-40B4-BE49-F238E27FC236}">
                <a16:creationId xmlns:a16="http://schemas.microsoft.com/office/drawing/2014/main" id="{D47DEDD7-8F6D-CB5A-3216-DDE6C1B8CE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00012" y="3309339"/>
            <a:ext cx="435915" cy="43591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74A17096-C7E4-19A4-7375-43290EBDA617}"/>
              </a:ext>
            </a:extLst>
          </p:cNvPr>
          <p:cNvGrpSpPr/>
          <p:nvPr/>
        </p:nvGrpSpPr>
        <p:grpSpPr>
          <a:xfrm>
            <a:off x="2579303" y="3997209"/>
            <a:ext cx="1165860" cy="944531"/>
            <a:chOff x="1201453" y="4043520"/>
            <a:chExt cx="1554480" cy="1259375"/>
          </a:xfrm>
        </p:grpSpPr>
        <p:sp>
          <p:nvSpPr>
            <p:cNvPr id="40" name="TextBox 36">
              <a:extLst>
                <a:ext uri="{FF2B5EF4-FFF2-40B4-BE49-F238E27FC236}">
                  <a16:creationId xmlns:a16="http://schemas.microsoft.com/office/drawing/2014/main" id="{E059BD7F-A987-9526-0C93-1168859E4D58}"/>
                </a:ext>
              </a:extLst>
            </p:cNvPr>
            <p:cNvSpPr txBox="1"/>
            <p:nvPr/>
          </p:nvSpPr>
          <p:spPr>
            <a:xfrm>
              <a:off x="1201453" y="4043520"/>
              <a:ext cx="1554480" cy="400109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1350" b="1" noProof="1"/>
                <a:t>Lorem Ipsum</a:t>
              </a:r>
            </a:p>
          </p:txBody>
        </p:sp>
        <p:sp>
          <p:nvSpPr>
            <p:cNvPr id="41" name="TextBox 37">
              <a:extLst>
                <a:ext uri="{FF2B5EF4-FFF2-40B4-BE49-F238E27FC236}">
                  <a16:creationId xmlns:a16="http://schemas.microsoft.com/office/drawing/2014/main" id="{F810C558-E275-016D-9DC2-C3A009B4F8BB}"/>
                </a:ext>
              </a:extLst>
            </p:cNvPr>
            <p:cNvSpPr txBox="1"/>
            <p:nvPr/>
          </p:nvSpPr>
          <p:spPr>
            <a:xfrm>
              <a:off x="1201453" y="4441120"/>
              <a:ext cx="1554480" cy="86177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9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quam.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2BF5CB7-1EB4-1C15-807B-7021E35569C4}"/>
              </a:ext>
            </a:extLst>
          </p:cNvPr>
          <p:cNvGrpSpPr/>
          <p:nvPr/>
        </p:nvGrpSpPr>
        <p:grpSpPr>
          <a:xfrm>
            <a:off x="3860444" y="3997209"/>
            <a:ext cx="1165860" cy="944531"/>
            <a:chOff x="2909640" y="4043520"/>
            <a:chExt cx="1554480" cy="1259375"/>
          </a:xfrm>
        </p:grpSpPr>
        <p:sp>
          <p:nvSpPr>
            <p:cNvPr id="43" name="TextBox 36">
              <a:extLst>
                <a:ext uri="{FF2B5EF4-FFF2-40B4-BE49-F238E27FC236}">
                  <a16:creationId xmlns:a16="http://schemas.microsoft.com/office/drawing/2014/main" id="{EA60E216-877B-5814-F76C-2E0EDA9A3846}"/>
                </a:ext>
              </a:extLst>
            </p:cNvPr>
            <p:cNvSpPr txBox="1"/>
            <p:nvPr/>
          </p:nvSpPr>
          <p:spPr>
            <a:xfrm>
              <a:off x="2909640" y="4043520"/>
              <a:ext cx="1554480" cy="400109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1350" b="1" noProof="1"/>
                <a:t>Lorem Ipsum</a:t>
              </a:r>
            </a:p>
          </p:txBody>
        </p:sp>
        <p:sp>
          <p:nvSpPr>
            <p:cNvPr id="44" name="TextBox 37">
              <a:extLst>
                <a:ext uri="{FF2B5EF4-FFF2-40B4-BE49-F238E27FC236}">
                  <a16:creationId xmlns:a16="http://schemas.microsoft.com/office/drawing/2014/main" id="{1A0C4A98-F8B2-E77D-1EA6-2BD3CA24D30A}"/>
                </a:ext>
              </a:extLst>
            </p:cNvPr>
            <p:cNvSpPr txBox="1"/>
            <p:nvPr/>
          </p:nvSpPr>
          <p:spPr>
            <a:xfrm>
              <a:off x="2909640" y="4441120"/>
              <a:ext cx="1554480" cy="86177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9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quam. 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6A91C9D-0AC8-AD8D-C544-7E19BA1AE0C5}"/>
              </a:ext>
            </a:extLst>
          </p:cNvPr>
          <p:cNvGrpSpPr/>
          <p:nvPr/>
        </p:nvGrpSpPr>
        <p:grpSpPr>
          <a:xfrm>
            <a:off x="5203254" y="3997209"/>
            <a:ext cx="1165860" cy="944531"/>
            <a:chOff x="4700054" y="4043520"/>
            <a:chExt cx="1554480" cy="1259375"/>
          </a:xfrm>
        </p:grpSpPr>
        <p:sp>
          <p:nvSpPr>
            <p:cNvPr id="46" name="TextBox 36">
              <a:extLst>
                <a:ext uri="{FF2B5EF4-FFF2-40B4-BE49-F238E27FC236}">
                  <a16:creationId xmlns:a16="http://schemas.microsoft.com/office/drawing/2014/main" id="{F13D1317-0F3C-FFB8-F05F-DD8813CA1E4A}"/>
                </a:ext>
              </a:extLst>
            </p:cNvPr>
            <p:cNvSpPr txBox="1"/>
            <p:nvPr/>
          </p:nvSpPr>
          <p:spPr>
            <a:xfrm>
              <a:off x="4700054" y="4043520"/>
              <a:ext cx="1554480" cy="400109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1350" b="1" noProof="1"/>
                <a:t>Lorem Ipsum</a:t>
              </a:r>
            </a:p>
          </p:txBody>
        </p:sp>
        <p:sp>
          <p:nvSpPr>
            <p:cNvPr id="47" name="TextBox 37">
              <a:extLst>
                <a:ext uri="{FF2B5EF4-FFF2-40B4-BE49-F238E27FC236}">
                  <a16:creationId xmlns:a16="http://schemas.microsoft.com/office/drawing/2014/main" id="{1D489302-EE18-BB02-211F-981FACB76340}"/>
                </a:ext>
              </a:extLst>
            </p:cNvPr>
            <p:cNvSpPr txBox="1"/>
            <p:nvPr/>
          </p:nvSpPr>
          <p:spPr>
            <a:xfrm>
              <a:off x="4700054" y="4441120"/>
              <a:ext cx="1554480" cy="86177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9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quam. 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2B5965F-74E2-7A3E-F497-653AFD31C172}"/>
              </a:ext>
            </a:extLst>
          </p:cNvPr>
          <p:cNvGrpSpPr/>
          <p:nvPr/>
        </p:nvGrpSpPr>
        <p:grpSpPr>
          <a:xfrm>
            <a:off x="6668307" y="3997209"/>
            <a:ext cx="1165860" cy="944531"/>
            <a:chOff x="6653458" y="4043520"/>
            <a:chExt cx="1554480" cy="1259375"/>
          </a:xfrm>
        </p:grpSpPr>
        <p:sp>
          <p:nvSpPr>
            <p:cNvPr id="49" name="TextBox 36">
              <a:extLst>
                <a:ext uri="{FF2B5EF4-FFF2-40B4-BE49-F238E27FC236}">
                  <a16:creationId xmlns:a16="http://schemas.microsoft.com/office/drawing/2014/main" id="{B4D7B685-6E20-7133-1DF0-4B5CCD0753C3}"/>
                </a:ext>
              </a:extLst>
            </p:cNvPr>
            <p:cNvSpPr txBox="1"/>
            <p:nvPr/>
          </p:nvSpPr>
          <p:spPr>
            <a:xfrm>
              <a:off x="6653458" y="4043520"/>
              <a:ext cx="1554480" cy="400109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1350" b="1" noProof="1"/>
                <a:t>Lorem Ipsum</a:t>
              </a:r>
            </a:p>
          </p:txBody>
        </p:sp>
        <p:sp>
          <p:nvSpPr>
            <p:cNvPr id="50" name="TextBox 37">
              <a:extLst>
                <a:ext uri="{FF2B5EF4-FFF2-40B4-BE49-F238E27FC236}">
                  <a16:creationId xmlns:a16="http://schemas.microsoft.com/office/drawing/2014/main" id="{F9AB8F02-8F4F-9FDC-0006-E0F77A3DD65E}"/>
                </a:ext>
              </a:extLst>
            </p:cNvPr>
            <p:cNvSpPr txBox="1"/>
            <p:nvPr/>
          </p:nvSpPr>
          <p:spPr>
            <a:xfrm>
              <a:off x="6653458" y="4441120"/>
              <a:ext cx="1554480" cy="86177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9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407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A9C1B1A-5BEF-7AAE-3EC5-6EC8661DA137}"/>
              </a:ext>
            </a:extLst>
          </p:cNvPr>
          <p:cNvSpPr/>
          <p:nvPr/>
        </p:nvSpPr>
        <p:spPr>
          <a:xfrm>
            <a:off x="2439115" y="4727586"/>
            <a:ext cx="5265384" cy="3350681"/>
          </a:xfrm>
          <a:custGeom>
            <a:avLst/>
            <a:gdLst>
              <a:gd name="connsiteX0" fmla="*/ 5265384 w 5265384"/>
              <a:gd name="connsiteY0" fmla="*/ 117644 h 3350681"/>
              <a:gd name="connsiteX1" fmla="*/ 4974367 w 5265384"/>
              <a:gd name="connsiteY1" fmla="*/ 72154 h 3350681"/>
              <a:gd name="connsiteX2" fmla="*/ 4696768 w 5265384"/>
              <a:gd name="connsiteY2" fmla="*/ 367835 h 3350681"/>
              <a:gd name="connsiteX3" fmla="*/ 4185014 w 5265384"/>
              <a:gd name="connsiteY3" fmla="*/ 879589 h 3350681"/>
              <a:gd name="connsiteX4" fmla="*/ 4696768 w 5265384"/>
              <a:gd name="connsiteY4" fmla="*/ 322345 h 3350681"/>
              <a:gd name="connsiteX5" fmla="*/ 4924215 w 5265384"/>
              <a:gd name="connsiteY5" fmla="*/ 106271 h 3350681"/>
              <a:gd name="connsiteX6" fmla="*/ 4435205 w 5265384"/>
              <a:gd name="connsiteY6" fmla="*/ 174505 h 3350681"/>
              <a:gd name="connsiteX7" fmla="*/ 4360148 w 5265384"/>
              <a:gd name="connsiteY7" fmla="*/ 232163 h 3350681"/>
              <a:gd name="connsiteX8" fmla="*/ 3786983 w 5265384"/>
              <a:gd name="connsiteY8" fmla="*/ 913706 h 3350681"/>
              <a:gd name="connsiteX9" fmla="*/ 3988045 w 5265384"/>
              <a:gd name="connsiteY9" fmla="*/ 565031 h 3350681"/>
              <a:gd name="connsiteX10" fmla="*/ 3980312 w 5265384"/>
              <a:gd name="connsiteY10" fmla="*/ 572537 h 3350681"/>
              <a:gd name="connsiteX11" fmla="*/ 4001806 w 5265384"/>
              <a:gd name="connsiteY11" fmla="*/ 541376 h 3350681"/>
              <a:gd name="connsiteX12" fmla="*/ 4001806 w 5265384"/>
              <a:gd name="connsiteY12" fmla="*/ 541376 h 3350681"/>
              <a:gd name="connsiteX13" fmla="*/ 4001806 w 5265384"/>
              <a:gd name="connsiteY13" fmla="*/ 541376 h 3350681"/>
              <a:gd name="connsiteX14" fmla="*/ 4332854 w 5265384"/>
              <a:gd name="connsiteY14" fmla="*/ 60782 h 3350681"/>
              <a:gd name="connsiteX15" fmla="*/ 3934823 w 5265384"/>
              <a:gd name="connsiteY15" fmla="*/ 140388 h 3350681"/>
              <a:gd name="connsiteX16" fmla="*/ 3650515 w 5265384"/>
              <a:gd name="connsiteY16" fmla="*/ 595281 h 3350681"/>
              <a:gd name="connsiteX17" fmla="*/ 3047782 w 5265384"/>
              <a:gd name="connsiteY17" fmla="*/ 856845 h 3350681"/>
              <a:gd name="connsiteX18" fmla="*/ 2786218 w 5265384"/>
              <a:gd name="connsiteY18" fmla="*/ 401952 h 3350681"/>
              <a:gd name="connsiteX19" fmla="*/ 2331326 w 5265384"/>
              <a:gd name="connsiteY19" fmla="*/ 15293 h 3350681"/>
              <a:gd name="connsiteX20" fmla="*/ 2422304 w 5265384"/>
              <a:gd name="connsiteY20" fmla="*/ 231367 h 3350681"/>
              <a:gd name="connsiteX21" fmla="*/ 2513283 w 5265384"/>
              <a:gd name="connsiteY21" fmla="*/ 1493695 h 3350681"/>
              <a:gd name="connsiteX22" fmla="*/ 0 w 5265384"/>
              <a:gd name="connsiteY22" fmla="*/ 2710533 h 3350681"/>
              <a:gd name="connsiteX23" fmla="*/ 1082531 w 5265384"/>
              <a:gd name="connsiteY23" fmla="*/ 3350682 h 3350681"/>
              <a:gd name="connsiteX24" fmla="*/ 3381218 w 5265384"/>
              <a:gd name="connsiteY24" fmla="*/ 1741953 h 3350681"/>
              <a:gd name="connsiteX25" fmla="*/ 4494682 w 5265384"/>
              <a:gd name="connsiteY25" fmla="*/ 812265 h 3350681"/>
              <a:gd name="connsiteX26" fmla="*/ 4765002 w 5265384"/>
              <a:gd name="connsiteY26" fmla="*/ 561164 h 3350681"/>
              <a:gd name="connsiteX27" fmla="*/ 5265384 w 5265384"/>
              <a:gd name="connsiteY27" fmla="*/ 117644 h 335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65384" h="3350681">
                <a:moveTo>
                  <a:pt x="5265384" y="117644"/>
                </a:moveTo>
                <a:cubicBezTo>
                  <a:pt x="5177817" y="-17687"/>
                  <a:pt x="5045785" y="30873"/>
                  <a:pt x="4974367" y="72154"/>
                </a:cubicBezTo>
                <a:cubicBezTo>
                  <a:pt x="4956285" y="140388"/>
                  <a:pt x="4821864" y="231367"/>
                  <a:pt x="4696768" y="367835"/>
                </a:cubicBezTo>
                <a:cubicBezTo>
                  <a:pt x="4571673" y="504303"/>
                  <a:pt x="4185014" y="879589"/>
                  <a:pt x="4185014" y="879589"/>
                </a:cubicBezTo>
                <a:cubicBezTo>
                  <a:pt x="4185014" y="879589"/>
                  <a:pt x="4594417" y="413324"/>
                  <a:pt x="4696768" y="322345"/>
                </a:cubicBezTo>
                <a:cubicBezTo>
                  <a:pt x="4799119" y="231367"/>
                  <a:pt x="4924215" y="106271"/>
                  <a:pt x="4924215" y="106271"/>
                </a:cubicBezTo>
                <a:cubicBezTo>
                  <a:pt x="4833236" y="-41569"/>
                  <a:pt x="4594417" y="60782"/>
                  <a:pt x="4435205" y="174505"/>
                </a:cubicBezTo>
                <a:cubicBezTo>
                  <a:pt x="4412574" y="190654"/>
                  <a:pt x="4387100" y="210328"/>
                  <a:pt x="4360148" y="232163"/>
                </a:cubicBezTo>
                <a:lnTo>
                  <a:pt x="3786983" y="913706"/>
                </a:lnTo>
                <a:lnTo>
                  <a:pt x="3988045" y="565031"/>
                </a:lnTo>
                <a:cubicBezTo>
                  <a:pt x="3983041" y="569807"/>
                  <a:pt x="3980312" y="572537"/>
                  <a:pt x="3980312" y="572537"/>
                </a:cubicBezTo>
                <a:lnTo>
                  <a:pt x="4001806" y="541376"/>
                </a:lnTo>
                <a:lnTo>
                  <a:pt x="4001806" y="541376"/>
                </a:lnTo>
                <a:lnTo>
                  <a:pt x="4001806" y="541376"/>
                </a:lnTo>
                <a:lnTo>
                  <a:pt x="4332854" y="60782"/>
                </a:lnTo>
                <a:cubicBezTo>
                  <a:pt x="4219131" y="-52941"/>
                  <a:pt x="4094035" y="3920"/>
                  <a:pt x="3934823" y="140388"/>
                </a:cubicBezTo>
                <a:cubicBezTo>
                  <a:pt x="3775610" y="276856"/>
                  <a:pt x="3650515" y="595281"/>
                  <a:pt x="3650515" y="595281"/>
                </a:cubicBezTo>
                <a:cubicBezTo>
                  <a:pt x="3479930" y="902334"/>
                  <a:pt x="3047782" y="856845"/>
                  <a:pt x="3047782" y="856845"/>
                </a:cubicBezTo>
                <a:cubicBezTo>
                  <a:pt x="3047782" y="856845"/>
                  <a:pt x="2831253" y="694448"/>
                  <a:pt x="2786218" y="401952"/>
                </a:cubicBezTo>
                <a:cubicBezTo>
                  <a:pt x="2740729" y="106271"/>
                  <a:pt x="2467793" y="-41569"/>
                  <a:pt x="2331326" y="15293"/>
                </a:cubicBezTo>
                <a:cubicBezTo>
                  <a:pt x="2194858" y="72154"/>
                  <a:pt x="2319953" y="129016"/>
                  <a:pt x="2422304" y="231367"/>
                </a:cubicBezTo>
                <a:cubicBezTo>
                  <a:pt x="2524655" y="333718"/>
                  <a:pt x="2706612" y="1175270"/>
                  <a:pt x="2513283" y="1493695"/>
                </a:cubicBezTo>
                <a:cubicBezTo>
                  <a:pt x="2319953" y="1812120"/>
                  <a:pt x="0" y="2710533"/>
                  <a:pt x="0" y="2710533"/>
                </a:cubicBezTo>
                <a:lnTo>
                  <a:pt x="1082531" y="3350682"/>
                </a:lnTo>
                <a:cubicBezTo>
                  <a:pt x="1455657" y="3105835"/>
                  <a:pt x="2995469" y="2089263"/>
                  <a:pt x="3381218" y="1741953"/>
                </a:cubicBezTo>
                <a:cubicBezTo>
                  <a:pt x="3820303" y="1346651"/>
                  <a:pt x="4492294" y="814198"/>
                  <a:pt x="4494682" y="812265"/>
                </a:cubicBezTo>
                <a:cubicBezTo>
                  <a:pt x="4587367" y="720490"/>
                  <a:pt x="4678686" y="633037"/>
                  <a:pt x="4765002" y="561164"/>
                </a:cubicBezTo>
                <a:cubicBezTo>
                  <a:pt x="5037938" y="333718"/>
                  <a:pt x="5265384" y="117644"/>
                  <a:pt x="5265384" y="117644"/>
                </a:cubicBezTo>
                <a:close/>
              </a:path>
            </a:pathLst>
          </a:custGeom>
          <a:noFill/>
          <a:ln w="113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4ECB100-F72A-A51C-5639-2282F01BC23E}"/>
              </a:ext>
            </a:extLst>
          </p:cNvPr>
          <p:cNvGrpSpPr/>
          <p:nvPr/>
        </p:nvGrpSpPr>
        <p:grpSpPr>
          <a:xfrm>
            <a:off x="2206499" y="1293224"/>
            <a:ext cx="7779005" cy="5597795"/>
            <a:chOff x="2643907" y="1627835"/>
            <a:chExt cx="7314010" cy="5263183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9AEF332-E316-14CA-C245-F5283D42681B}"/>
                </a:ext>
              </a:extLst>
            </p:cNvPr>
            <p:cNvGrpSpPr/>
            <p:nvPr/>
          </p:nvGrpSpPr>
          <p:grpSpPr>
            <a:xfrm>
              <a:off x="2643907" y="4611243"/>
              <a:ext cx="7100168" cy="290990"/>
              <a:chOff x="2643907" y="4611243"/>
              <a:chExt cx="7100168" cy="29099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99D661B-4838-AADD-6D05-487CE593A61D}"/>
                  </a:ext>
                </a:extLst>
              </p:cNvPr>
              <p:cNvSpPr/>
              <p:nvPr/>
            </p:nvSpPr>
            <p:spPr>
              <a:xfrm>
                <a:off x="2643907" y="4611243"/>
                <a:ext cx="7100168" cy="11639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62000">
                    <a:schemeClr val="tx1">
                      <a:lumMod val="75000"/>
                      <a:lumOff val="25000"/>
                    </a:schemeClr>
                  </a:gs>
                  <a:gs pos="84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6556CCD-EED8-6B7C-3F62-DFF06EFDB4EA}"/>
                  </a:ext>
                </a:extLst>
              </p:cNvPr>
              <p:cNvSpPr/>
              <p:nvPr/>
            </p:nvSpPr>
            <p:spPr>
              <a:xfrm>
                <a:off x="3847775" y="4727639"/>
                <a:ext cx="4692433" cy="174594"/>
              </a:xfrm>
              <a:custGeom>
                <a:avLst/>
                <a:gdLst>
                  <a:gd name="connsiteX0" fmla="*/ 0 w 5805906"/>
                  <a:gd name="connsiteY0" fmla="*/ 0 h 216024"/>
                  <a:gd name="connsiteX1" fmla="*/ 5805906 w 5805906"/>
                  <a:gd name="connsiteY1" fmla="*/ 0 h 216024"/>
                  <a:gd name="connsiteX2" fmla="*/ 5688902 w 5805906"/>
                  <a:gd name="connsiteY2" fmla="*/ 27601 h 216024"/>
                  <a:gd name="connsiteX3" fmla="*/ 2902953 w 5805906"/>
                  <a:gd name="connsiteY3" fmla="*/ 216024 h 216024"/>
                  <a:gd name="connsiteX4" fmla="*/ 117004 w 5805906"/>
                  <a:gd name="connsiteY4" fmla="*/ 27601 h 216024"/>
                  <a:gd name="connsiteX5" fmla="*/ 0 w 5805906"/>
                  <a:gd name="connsiteY5" fmla="*/ 0 h 2160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05906" h="216024">
                    <a:moveTo>
                      <a:pt x="0" y="0"/>
                    </a:moveTo>
                    <a:lnTo>
                      <a:pt x="5805906" y="0"/>
                    </a:lnTo>
                    <a:lnTo>
                      <a:pt x="5688902" y="27601"/>
                    </a:lnTo>
                    <a:cubicBezTo>
                      <a:pt x="5152376" y="139834"/>
                      <a:pt x="4105963" y="216024"/>
                      <a:pt x="2902953" y="216024"/>
                    </a:cubicBezTo>
                    <a:cubicBezTo>
                      <a:pt x="1699944" y="216024"/>
                      <a:pt x="653531" y="139834"/>
                      <a:pt x="117004" y="27601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63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10068B8-591E-9296-14EA-94BEA663FB94}"/>
                </a:ext>
              </a:extLst>
            </p:cNvPr>
            <p:cNvGrpSpPr/>
            <p:nvPr/>
          </p:nvGrpSpPr>
          <p:grpSpPr>
            <a:xfrm>
              <a:off x="7956059" y="2466321"/>
              <a:ext cx="1532373" cy="2153330"/>
              <a:chOff x="8398668" y="1052736"/>
              <a:chExt cx="1895992" cy="2664296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BF4CE503-1939-6832-5354-B568857B0699}"/>
                  </a:ext>
                </a:extLst>
              </p:cNvPr>
              <p:cNvSpPr/>
              <p:nvPr/>
            </p:nvSpPr>
            <p:spPr>
              <a:xfrm>
                <a:off x="9058632" y="3284984"/>
                <a:ext cx="576064" cy="432048"/>
              </a:xfrm>
              <a:prstGeom prst="roundRect">
                <a:avLst>
                  <a:gd name="adj" fmla="val 2577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D5ACF7B-527E-C96E-0717-2AF16CF83D94}"/>
                  </a:ext>
                </a:extLst>
              </p:cNvPr>
              <p:cNvGrpSpPr/>
              <p:nvPr/>
            </p:nvGrpSpPr>
            <p:grpSpPr>
              <a:xfrm>
                <a:off x="8398668" y="1052736"/>
                <a:ext cx="1895992" cy="2498705"/>
                <a:chOff x="7462564" y="1268760"/>
                <a:chExt cx="1578868" cy="2080771"/>
              </a:xfrm>
            </p:grpSpPr>
            <p:sp>
              <p:nvSpPr>
                <p:cNvPr id="16" name="Freeform 14">
                  <a:extLst>
                    <a:ext uri="{FF2B5EF4-FFF2-40B4-BE49-F238E27FC236}">
                      <a16:creationId xmlns:a16="http://schemas.microsoft.com/office/drawing/2014/main" id="{B3CDC336-5DEC-4BE5-AC86-A5CAE04075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2564" y="1268760"/>
                  <a:ext cx="1578868" cy="1592862"/>
                </a:xfrm>
                <a:custGeom>
                  <a:avLst/>
                  <a:gdLst>
                    <a:gd name="T0" fmla="*/ 222 w 1297"/>
                    <a:gd name="T1" fmla="*/ 1147 h 1309"/>
                    <a:gd name="T2" fmla="*/ 346 w 1297"/>
                    <a:gd name="T3" fmla="*/ 1309 h 1309"/>
                    <a:gd name="T4" fmla="*/ 930 w 1297"/>
                    <a:gd name="T5" fmla="*/ 1309 h 1309"/>
                    <a:gd name="T6" fmla="*/ 1054 w 1297"/>
                    <a:gd name="T7" fmla="*/ 1147 h 1309"/>
                    <a:gd name="T8" fmla="*/ 1263 w 1297"/>
                    <a:gd name="T9" fmla="*/ 580 h 1309"/>
                    <a:gd name="T10" fmla="*/ 708 w 1297"/>
                    <a:gd name="T11" fmla="*/ 42 h 1309"/>
                    <a:gd name="T12" fmla="*/ 0 w 1297"/>
                    <a:gd name="T13" fmla="*/ 674 h 1309"/>
                    <a:gd name="T14" fmla="*/ 222 w 1297"/>
                    <a:gd name="T15" fmla="*/ 1147 h 1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97" h="1309">
                      <a:moveTo>
                        <a:pt x="222" y="1147"/>
                      </a:moveTo>
                      <a:cubicBezTo>
                        <a:pt x="273" y="1194"/>
                        <a:pt x="316" y="1250"/>
                        <a:pt x="346" y="1309"/>
                      </a:cubicBezTo>
                      <a:cubicBezTo>
                        <a:pt x="930" y="1309"/>
                        <a:pt x="930" y="1309"/>
                        <a:pt x="930" y="1309"/>
                      </a:cubicBezTo>
                      <a:cubicBezTo>
                        <a:pt x="960" y="1250"/>
                        <a:pt x="1003" y="1190"/>
                        <a:pt x="1054" y="1147"/>
                      </a:cubicBezTo>
                      <a:cubicBezTo>
                        <a:pt x="1207" y="1015"/>
                        <a:pt x="1297" y="806"/>
                        <a:pt x="1263" y="580"/>
                      </a:cubicBezTo>
                      <a:cubicBezTo>
                        <a:pt x="1225" y="298"/>
                        <a:pt x="990" y="72"/>
                        <a:pt x="708" y="42"/>
                      </a:cubicBezTo>
                      <a:cubicBezTo>
                        <a:pt x="324" y="0"/>
                        <a:pt x="0" y="298"/>
                        <a:pt x="0" y="674"/>
                      </a:cubicBezTo>
                      <a:cubicBezTo>
                        <a:pt x="4" y="861"/>
                        <a:pt x="90" y="1032"/>
                        <a:pt x="222" y="1147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dirty="0"/>
                </a:p>
              </p:txBody>
            </p:sp>
            <p:sp>
              <p:nvSpPr>
                <p:cNvPr id="62" name="Freeform 36">
                  <a:extLst>
                    <a:ext uri="{FF2B5EF4-FFF2-40B4-BE49-F238E27FC236}">
                      <a16:creationId xmlns:a16="http://schemas.microsoft.com/office/drawing/2014/main" id="{EC89D047-58DD-47D9-93F7-6302F056AF3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28608" y="2112879"/>
                  <a:ext cx="646780" cy="763965"/>
                </a:xfrm>
                <a:custGeom>
                  <a:avLst/>
                  <a:gdLst>
                    <a:gd name="T0" fmla="*/ 426 w 520"/>
                    <a:gd name="T1" fmla="*/ 5 h 615"/>
                    <a:gd name="T2" fmla="*/ 332 w 520"/>
                    <a:gd name="T3" fmla="*/ 98 h 615"/>
                    <a:gd name="T4" fmla="*/ 332 w 520"/>
                    <a:gd name="T5" fmla="*/ 154 h 615"/>
                    <a:gd name="T6" fmla="*/ 260 w 520"/>
                    <a:gd name="T7" fmla="*/ 154 h 615"/>
                    <a:gd name="T8" fmla="*/ 187 w 520"/>
                    <a:gd name="T9" fmla="*/ 154 h 615"/>
                    <a:gd name="T10" fmla="*/ 187 w 520"/>
                    <a:gd name="T11" fmla="*/ 94 h 615"/>
                    <a:gd name="T12" fmla="*/ 94 w 520"/>
                    <a:gd name="T13" fmla="*/ 0 h 615"/>
                    <a:gd name="T14" fmla="*/ 0 w 520"/>
                    <a:gd name="T15" fmla="*/ 94 h 615"/>
                    <a:gd name="T16" fmla="*/ 0 w 520"/>
                    <a:gd name="T17" fmla="*/ 98 h 615"/>
                    <a:gd name="T18" fmla="*/ 94 w 520"/>
                    <a:gd name="T19" fmla="*/ 192 h 615"/>
                    <a:gd name="T20" fmla="*/ 149 w 520"/>
                    <a:gd name="T21" fmla="*/ 192 h 615"/>
                    <a:gd name="T22" fmla="*/ 149 w 520"/>
                    <a:gd name="T23" fmla="*/ 610 h 615"/>
                    <a:gd name="T24" fmla="*/ 187 w 520"/>
                    <a:gd name="T25" fmla="*/ 610 h 615"/>
                    <a:gd name="T26" fmla="*/ 187 w 520"/>
                    <a:gd name="T27" fmla="*/ 197 h 615"/>
                    <a:gd name="T28" fmla="*/ 260 w 520"/>
                    <a:gd name="T29" fmla="*/ 197 h 615"/>
                    <a:gd name="T30" fmla="*/ 332 w 520"/>
                    <a:gd name="T31" fmla="*/ 197 h 615"/>
                    <a:gd name="T32" fmla="*/ 332 w 520"/>
                    <a:gd name="T33" fmla="*/ 615 h 615"/>
                    <a:gd name="T34" fmla="*/ 371 w 520"/>
                    <a:gd name="T35" fmla="*/ 615 h 615"/>
                    <a:gd name="T36" fmla="*/ 371 w 520"/>
                    <a:gd name="T37" fmla="*/ 197 h 615"/>
                    <a:gd name="T38" fmla="*/ 426 w 520"/>
                    <a:gd name="T39" fmla="*/ 197 h 615"/>
                    <a:gd name="T40" fmla="*/ 520 w 520"/>
                    <a:gd name="T41" fmla="*/ 103 h 615"/>
                    <a:gd name="T42" fmla="*/ 520 w 520"/>
                    <a:gd name="T43" fmla="*/ 98 h 615"/>
                    <a:gd name="T44" fmla="*/ 426 w 520"/>
                    <a:gd name="T45" fmla="*/ 5 h 615"/>
                    <a:gd name="T46" fmla="*/ 149 w 520"/>
                    <a:gd name="T47" fmla="*/ 154 h 615"/>
                    <a:gd name="T48" fmla="*/ 94 w 520"/>
                    <a:gd name="T49" fmla="*/ 154 h 615"/>
                    <a:gd name="T50" fmla="*/ 38 w 520"/>
                    <a:gd name="T51" fmla="*/ 98 h 615"/>
                    <a:gd name="T52" fmla="*/ 38 w 520"/>
                    <a:gd name="T53" fmla="*/ 94 h 615"/>
                    <a:gd name="T54" fmla="*/ 94 w 520"/>
                    <a:gd name="T55" fmla="*/ 39 h 615"/>
                    <a:gd name="T56" fmla="*/ 149 w 520"/>
                    <a:gd name="T57" fmla="*/ 94 h 615"/>
                    <a:gd name="T58" fmla="*/ 149 w 520"/>
                    <a:gd name="T59" fmla="*/ 154 h 615"/>
                    <a:gd name="T60" fmla="*/ 478 w 520"/>
                    <a:gd name="T61" fmla="*/ 103 h 615"/>
                    <a:gd name="T62" fmla="*/ 422 w 520"/>
                    <a:gd name="T63" fmla="*/ 158 h 615"/>
                    <a:gd name="T64" fmla="*/ 367 w 520"/>
                    <a:gd name="T65" fmla="*/ 158 h 615"/>
                    <a:gd name="T66" fmla="*/ 367 w 520"/>
                    <a:gd name="T67" fmla="*/ 98 h 615"/>
                    <a:gd name="T68" fmla="*/ 422 w 520"/>
                    <a:gd name="T69" fmla="*/ 43 h 615"/>
                    <a:gd name="T70" fmla="*/ 478 w 520"/>
                    <a:gd name="T71" fmla="*/ 98 h 615"/>
                    <a:gd name="T72" fmla="*/ 478 w 520"/>
                    <a:gd name="T73" fmla="*/ 103 h 6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20" h="615">
                      <a:moveTo>
                        <a:pt x="426" y="5"/>
                      </a:moveTo>
                      <a:cubicBezTo>
                        <a:pt x="375" y="5"/>
                        <a:pt x="332" y="47"/>
                        <a:pt x="332" y="98"/>
                      </a:cubicBezTo>
                      <a:cubicBezTo>
                        <a:pt x="332" y="154"/>
                        <a:pt x="332" y="154"/>
                        <a:pt x="332" y="154"/>
                      </a:cubicBezTo>
                      <a:cubicBezTo>
                        <a:pt x="260" y="154"/>
                        <a:pt x="260" y="154"/>
                        <a:pt x="260" y="154"/>
                      </a:cubicBezTo>
                      <a:cubicBezTo>
                        <a:pt x="187" y="154"/>
                        <a:pt x="187" y="154"/>
                        <a:pt x="187" y="154"/>
                      </a:cubicBezTo>
                      <a:cubicBezTo>
                        <a:pt x="187" y="94"/>
                        <a:pt x="187" y="94"/>
                        <a:pt x="187" y="94"/>
                      </a:cubicBezTo>
                      <a:cubicBezTo>
                        <a:pt x="187" y="43"/>
                        <a:pt x="145" y="0"/>
                        <a:pt x="94" y="0"/>
                      </a:cubicBezTo>
                      <a:cubicBezTo>
                        <a:pt x="42" y="0"/>
                        <a:pt x="0" y="43"/>
                        <a:pt x="0" y="94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50"/>
                        <a:pt x="42" y="192"/>
                        <a:pt x="94" y="192"/>
                      </a:cubicBezTo>
                      <a:cubicBezTo>
                        <a:pt x="149" y="192"/>
                        <a:pt x="149" y="192"/>
                        <a:pt x="149" y="192"/>
                      </a:cubicBezTo>
                      <a:cubicBezTo>
                        <a:pt x="149" y="610"/>
                        <a:pt x="149" y="610"/>
                        <a:pt x="149" y="610"/>
                      </a:cubicBezTo>
                      <a:cubicBezTo>
                        <a:pt x="187" y="610"/>
                        <a:pt x="187" y="610"/>
                        <a:pt x="187" y="610"/>
                      </a:cubicBezTo>
                      <a:cubicBezTo>
                        <a:pt x="187" y="197"/>
                        <a:pt x="187" y="197"/>
                        <a:pt x="187" y="197"/>
                      </a:cubicBezTo>
                      <a:cubicBezTo>
                        <a:pt x="260" y="197"/>
                        <a:pt x="260" y="197"/>
                        <a:pt x="260" y="197"/>
                      </a:cubicBezTo>
                      <a:cubicBezTo>
                        <a:pt x="332" y="197"/>
                        <a:pt x="332" y="197"/>
                        <a:pt x="332" y="197"/>
                      </a:cubicBezTo>
                      <a:cubicBezTo>
                        <a:pt x="332" y="615"/>
                        <a:pt x="332" y="615"/>
                        <a:pt x="332" y="615"/>
                      </a:cubicBezTo>
                      <a:cubicBezTo>
                        <a:pt x="371" y="615"/>
                        <a:pt x="371" y="615"/>
                        <a:pt x="371" y="615"/>
                      </a:cubicBezTo>
                      <a:cubicBezTo>
                        <a:pt x="371" y="197"/>
                        <a:pt x="371" y="197"/>
                        <a:pt x="371" y="197"/>
                      </a:cubicBezTo>
                      <a:cubicBezTo>
                        <a:pt x="426" y="197"/>
                        <a:pt x="426" y="197"/>
                        <a:pt x="426" y="197"/>
                      </a:cubicBezTo>
                      <a:cubicBezTo>
                        <a:pt x="478" y="197"/>
                        <a:pt x="520" y="154"/>
                        <a:pt x="520" y="103"/>
                      </a:cubicBezTo>
                      <a:cubicBezTo>
                        <a:pt x="520" y="98"/>
                        <a:pt x="520" y="98"/>
                        <a:pt x="520" y="98"/>
                      </a:cubicBezTo>
                      <a:cubicBezTo>
                        <a:pt x="520" y="47"/>
                        <a:pt x="478" y="5"/>
                        <a:pt x="426" y="5"/>
                      </a:cubicBezTo>
                      <a:close/>
                      <a:moveTo>
                        <a:pt x="149" y="154"/>
                      </a:moveTo>
                      <a:cubicBezTo>
                        <a:pt x="94" y="154"/>
                        <a:pt x="94" y="154"/>
                        <a:pt x="94" y="154"/>
                      </a:cubicBezTo>
                      <a:cubicBezTo>
                        <a:pt x="64" y="154"/>
                        <a:pt x="38" y="128"/>
                        <a:pt x="38" y="98"/>
                      </a:cubicBezTo>
                      <a:cubicBezTo>
                        <a:pt x="38" y="94"/>
                        <a:pt x="38" y="94"/>
                        <a:pt x="38" y="94"/>
                      </a:cubicBezTo>
                      <a:cubicBezTo>
                        <a:pt x="38" y="64"/>
                        <a:pt x="64" y="39"/>
                        <a:pt x="94" y="39"/>
                      </a:cubicBezTo>
                      <a:cubicBezTo>
                        <a:pt x="123" y="39"/>
                        <a:pt x="149" y="64"/>
                        <a:pt x="149" y="94"/>
                      </a:cubicBezTo>
                      <a:lnTo>
                        <a:pt x="149" y="154"/>
                      </a:lnTo>
                      <a:close/>
                      <a:moveTo>
                        <a:pt x="478" y="103"/>
                      </a:moveTo>
                      <a:cubicBezTo>
                        <a:pt x="478" y="133"/>
                        <a:pt x="452" y="158"/>
                        <a:pt x="422" y="158"/>
                      </a:cubicBezTo>
                      <a:cubicBezTo>
                        <a:pt x="367" y="158"/>
                        <a:pt x="367" y="158"/>
                        <a:pt x="367" y="158"/>
                      </a:cubicBezTo>
                      <a:cubicBezTo>
                        <a:pt x="367" y="98"/>
                        <a:pt x="367" y="98"/>
                        <a:pt x="367" y="98"/>
                      </a:cubicBezTo>
                      <a:cubicBezTo>
                        <a:pt x="367" y="69"/>
                        <a:pt x="392" y="43"/>
                        <a:pt x="422" y="43"/>
                      </a:cubicBezTo>
                      <a:cubicBezTo>
                        <a:pt x="452" y="43"/>
                        <a:pt x="478" y="69"/>
                        <a:pt x="478" y="98"/>
                      </a:cubicBezTo>
                      <a:lnTo>
                        <a:pt x="478" y="103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639FC025-0595-4531-BFC4-7A31D9299BF8}"/>
                    </a:ext>
                  </a:extLst>
                </p:cNvPr>
                <p:cNvGrpSpPr/>
                <p:nvPr/>
              </p:nvGrpSpPr>
              <p:grpSpPr>
                <a:xfrm>
                  <a:off x="7790170" y="2846991"/>
                  <a:ext cx="902665" cy="502540"/>
                  <a:chOff x="5650386" y="4584814"/>
                  <a:chExt cx="902665" cy="502540"/>
                </a:xfrm>
              </p:grpSpPr>
              <p:sp>
                <p:nvSpPr>
                  <p:cNvPr id="17" name="Freeform 15">
                    <a:extLst>
                      <a:ext uri="{FF2B5EF4-FFF2-40B4-BE49-F238E27FC236}">
                        <a16:creationId xmlns:a16="http://schemas.microsoft.com/office/drawing/2014/main" id="{4C544892-4DFC-4D6C-8F12-14072C4FA2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43896" y="4729851"/>
                    <a:ext cx="715643" cy="357503"/>
                  </a:xfrm>
                  <a:custGeom>
                    <a:avLst/>
                    <a:gdLst>
                      <a:gd name="T0" fmla="*/ 588 w 588"/>
                      <a:gd name="T1" fmla="*/ 205 h 294"/>
                      <a:gd name="T2" fmla="*/ 588 w 588"/>
                      <a:gd name="T3" fmla="*/ 0 h 294"/>
                      <a:gd name="T4" fmla="*/ 0 w 588"/>
                      <a:gd name="T5" fmla="*/ 0 h 294"/>
                      <a:gd name="T6" fmla="*/ 0 w 588"/>
                      <a:gd name="T7" fmla="*/ 205 h 294"/>
                      <a:gd name="T8" fmla="*/ 89 w 588"/>
                      <a:gd name="T9" fmla="*/ 294 h 294"/>
                      <a:gd name="T10" fmla="*/ 503 w 588"/>
                      <a:gd name="T11" fmla="*/ 294 h 294"/>
                      <a:gd name="T12" fmla="*/ 588 w 588"/>
                      <a:gd name="T13" fmla="*/ 205 h 2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88" h="294">
                        <a:moveTo>
                          <a:pt x="588" y="205"/>
                        </a:moveTo>
                        <a:cubicBezTo>
                          <a:pt x="588" y="0"/>
                          <a:pt x="588" y="0"/>
                          <a:pt x="588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05"/>
                          <a:pt x="0" y="205"/>
                          <a:pt x="0" y="205"/>
                        </a:cubicBezTo>
                        <a:cubicBezTo>
                          <a:pt x="0" y="252"/>
                          <a:pt x="38" y="294"/>
                          <a:pt x="89" y="294"/>
                        </a:cubicBezTo>
                        <a:cubicBezTo>
                          <a:pt x="503" y="294"/>
                          <a:pt x="503" y="294"/>
                          <a:pt x="503" y="294"/>
                        </a:cubicBezTo>
                        <a:cubicBezTo>
                          <a:pt x="550" y="290"/>
                          <a:pt x="588" y="252"/>
                          <a:pt x="588" y="205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/>
                  </a:p>
                </p:txBody>
              </p:sp>
              <p:sp>
                <p:nvSpPr>
                  <p:cNvPr id="18" name="Freeform 16">
                    <a:extLst>
                      <a:ext uri="{FF2B5EF4-FFF2-40B4-BE49-F238E27FC236}">
                        <a16:creationId xmlns:a16="http://schemas.microsoft.com/office/drawing/2014/main" id="{26147F79-CAFD-4547-B4DB-7F8A12A72E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650386" y="4584814"/>
                    <a:ext cx="902665" cy="145037"/>
                  </a:xfrm>
                  <a:custGeom>
                    <a:avLst/>
                    <a:gdLst>
                      <a:gd name="T0" fmla="*/ 682 w 742"/>
                      <a:gd name="T1" fmla="*/ 0 h 119"/>
                      <a:gd name="T2" fmla="*/ 60 w 742"/>
                      <a:gd name="T3" fmla="*/ 0 h 119"/>
                      <a:gd name="T4" fmla="*/ 0 w 742"/>
                      <a:gd name="T5" fmla="*/ 59 h 119"/>
                      <a:gd name="T6" fmla="*/ 0 w 742"/>
                      <a:gd name="T7" fmla="*/ 59 h 119"/>
                      <a:gd name="T8" fmla="*/ 60 w 742"/>
                      <a:gd name="T9" fmla="*/ 119 h 119"/>
                      <a:gd name="T10" fmla="*/ 682 w 742"/>
                      <a:gd name="T11" fmla="*/ 119 h 119"/>
                      <a:gd name="T12" fmla="*/ 742 w 742"/>
                      <a:gd name="T13" fmla="*/ 59 h 119"/>
                      <a:gd name="T14" fmla="*/ 742 w 742"/>
                      <a:gd name="T15" fmla="*/ 59 h 119"/>
                      <a:gd name="T16" fmla="*/ 682 w 742"/>
                      <a:gd name="T17" fmla="*/ 0 h 1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2" h="119">
                        <a:moveTo>
                          <a:pt x="682" y="0"/>
                        </a:moveTo>
                        <a:cubicBezTo>
                          <a:pt x="60" y="0"/>
                          <a:pt x="60" y="0"/>
                          <a:pt x="60" y="0"/>
                        </a:cubicBezTo>
                        <a:cubicBezTo>
                          <a:pt x="25" y="0"/>
                          <a:pt x="0" y="25"/>
                          <a:pt x="0" y="59"/>
                        </a:cubicBezTo>
                        <a:cubicBezTo>
                          <a:pt x="0" y="59"/>
                          <a:pt x="0" y="59"/>
                          <a:pt x="0" y="59"/>
                        </a:cubicBezTo>
                        <a:cubicBezTo>
                          <a:pt x="0" y="93"/>
                          <a:pt x="25" y="119"/>
                          <a:pt x="60" y="119"/>
                        </a:cubicBezTo>
                        <a:cubicBezTo>
                          <a:pt x="682" y="119"/>
                          <a:pt x="682" y="119"/>
                          <a:pt x="682" y="119"/>
                        </a:cubicBezTo>
                        <a:cubicBezTo>
                          <a:pt x="717" y="119"/>
                          <a:pt x="742" y="93"/>
                          <a:pt x="742" y="59"/>
                        </a:cubicBezTo>
                        <a:cubicBezTo>
                          <a:pt x="742" y="59"/>
                          <a:pt x="742" y="59"/>
                          <a:pt x="742" y="59"/>
                        </a:cubicBezTo>
                        <a:cubicBezTo>
                          <a:pt x="742" y="25"/>
                          <a:pt x="712" y="0"/>
                          <a:pt x="682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/>
                  </a:p>
                </p:txBody>
              </p:sp>
              <p:sp>
                <p:nvSpPr>
                  <p:cNvPr id="19" name="Freeform 17">
                    <a:extLst>
                      <a:ext uri="{FF2B5EF4-FFF2-40B4-BE49-F238E27FC236}">
                        <a16:creationId xmlns:a16="http://schemas.microsoft.com/office/drawing/2014/main" id="{B21A9BB7-DAB5-4C67-9093-AE388DC016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650386" y="4807458"/>
                    <a:ext cx="902665" cy="146309"/>
                  </a:xfrm>
                  <a:custGeom>
                    <a:avLst/>
                    <a:gdLst>
                      <a:gd name="T0" fmla="*/ 682 w 742"/>
                      <a:gd name="T1" fmla="*/ 0 h 120"/>
                      <a:gd name="T2" fmla="*/ 60 w 742"/>
                      <a:gd name="T3" fmla="*/ 0 h 120"/>
                      <a:gd name="T4" fmla="*/ 0 w 742"/>
                      <a:gd name="T5" fmla="*/ 60 h 120"/>
                      <a:gd name="T6" fmla="*/ 0 w 742"/>
                      <a:gd name="T7" fmla="*/ 60 h 120"/>
                      <a:gd name="T8" fmla="*/ 60 w 742"/>
                      <a:gd name="T9" fmla="*/ 120 h 120"/>
                      <a:gd name="T10" fmla="*/ 682 w 742"/>
                      <a:gd name="T11" fmla="*/ 120 h 120"/>
                      <a:gd name="T12" fmla="*/ 742 w 742"/>
                      <a:gd name="T13" fmla="*/ 60 h 120"/>
                      <a:gd name="T14" fmla="*/ 742 w 742"/>
                      <a:gd name="T15" fmla="*/ 60 h 120"/>
                      <a:gd name="T16" fmla="*/ 682 w 742"/>
                      <a:gd name="T17" fmla="*/ 0 h 1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2" h="120">
                        <a:moveTo>
                          <a:pt x="682" y="0"/>
                        </a:moveTo>
                        <a:cubicBezTo>
                          <a:pt x="60" y="0"/>
                          <a:pt x="60" y="0"/>
                          <a:pt x="60" y="0"/>
                        </a:cubicBezTo>
                        <a:cubicBezTo>
                          <a:pt x="25" y="0"/>
                          <a:pt x="0" y="26"/>
                          <a:pt x="0" y="60"/>
                        </a:cubicBezTo>
                        <a:cubicBezTo>
                          <a:pt x="0" y="60"/>
                          <a:pt x="0" y="60"/>
                          <a:pt x="0" y="60"/>
                        </a:cubicBezTo>
                        <a:cubicBezTo>
                          <a:pt x="0" y="94"/>
                          <a:pt x="25" y="120"/>
                          <a:pt x="60" y="120"/>
                        </a:cubicBezTo>
                        <a:cubicBezTo>
                          <a:pt x="682" y="120"/>
                          <a:pt x="682" y="120"/>
                          <a:pt x="682" y="120"/>
                        </a:cubicBezTo>
                        <a:cubicBezTo>
                          <a:pt x="717" y="120"/>
                          <a:pt x="742" y="94"/>
                          <a:pt x="742" y="60"/>
                        </a:cubicBezTo>
                        <a:cubicBezTo>
                          <a:pt x="742" y="60"/>
                          <a:pt x="742" y="60"/>
                          <a:pt x="742" y="60"/>
                        </a:cubicBezTo>
                        <a:cubicBezTo>
                          <a:pt x="742" y="30"/>
                          <a:pt x="712" y="0"/>
                          <a:pt x="682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/>
                  </a:p>
                </p:txBody>
              </p:sp>
            </p:grpSp>
          </p:grp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8F93781-5B10-2304-4988-5628FAAC43AB}"/>
                </a:ext>
              </a:extLst>
            </p:cNvPr>
            <p:cNvSpPr/>
            <p:nvPr/>
          </p:nvSpPr>
          <p:spPr>
            <a:xfrm>
              <a:off x="8174851" y="2753549"/>
              <a:ext cx="384821" cy="482848"/>
            </a:xfrm>
            <a:custGeom>
              <a:avLst/>
              <a:gdLst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3" fmla="*/ 619432 w 665316"/>
                <a:gd name="connsiteY3" fmla="*/ 73304 h 820556"/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3" fmla="*/ 619432 w 665316"/>
                <a:gd name="connsiteY3" fmla="*/ 73304 h 820556"/>
                <a:gd name="connsiteX0" fmla="*/ 0 w 779892"/>
                <a:gd name="connsiteY0" fmla="*/ 820556 h 820556"/>
                <a:gd name="connsiteX1" fmla="*/ 619432 w 779892"/>
                <a:gd name="connsiteY1" fmla="*/ 53640 h 820556"/>
                <a:gd name="connsiteX2" fmla="*/ 619432 w 779892"/>
                <a:gd name="connsiteY2" fmla="*/ 63472 h 820556"/>
                <a:gd name="connsiteX3" fmla="*/ 779892 w 779892"/>
                <a:gd name="connsiteY3" fmla="*/ 88690 h 820556"/>
                <a:gd name="connsiteX0" fmla="*/ 0 w 665316"/>
                <a:gd name="connsiteY0" fmla="*/ 820556 h 820556"/>
                <a:gd name="connsiteX1" fmla="*/ 619432 w 665316"/>
                <a:gd name="connsiteY1" fmla="*/ 53640 h 820556"/>
                <a:gd name="connsiteX2" fmla="*/ 619432 w 665316"/>
                <a:gd name="connsiteY2" fmla="*/ 63472 h 820556"/>
                <a:gd name="connsiteX0" fmla="*/ 0 w 850230"/>
                <a:gd name="connsiteY0" fmla="*/ 821083 h 821083"/>
                <a:gd name="connsiteX1" fmla="*/ 619432 w 850230"/>
                <a:gd name="connsiteY1" fmla="*/ 54167 h 821083"/>
                <a:gd name="connsiteX2" fmla="*/ 850230 w 850230"/>
                <a:gd name="connsiteY2" fmla="*/ 61801 h 821083"/>
                <a:gd name="connsiteX0" fmla="*/ 0 w 619432"/>
                <a:gd name="connsiteY0" fmla="*/ 766916 h 766916"/>
                <a:gd name="connsiteX1" fmla="*/ 619432 w 619432"/>
                <a:gd name="connsiteY1" fmla="*/ 0 h 766916"/>
                <a:gd name="connsiteX0" fmla="*/ 0 w 619432"/>
                <a:gd name="connsiteY0" fmla="*/ 766916 h 766916"/>
                <a:gd name="connsiteX1" fmla="*/ 619432 w 619432"/>
                <a:gd name="connsiteY1" fmla="*/ 0 h 76691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  <a:gd name="connsiteX0" fmla="*/ 0 w 648007"/>
                <a:gd name="connsiteY0" fmla="*/ 813076 h 813076"/>
                <a:gd name="connsiteX1" fmla="*/ 648007 w 648007"/>
                <a:gd name="connsiteY1" fmla="*/ 0 h 813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8007" h="813076">
                  <a:moveTo>
                    <a:pt x="0" y="813076"/>
                  </a:moveTo>
                  <a:cubicBezTo>
                    <a:pt x="19429" y="200237"/>
                    <a:pt x="483292" y="7257"/>
                    <a:pt x="648007" y="0"/>
                  </a:cubicBezTo>
                </a:path>
              </a:pathLst>
            </a:custGeom>
            <a:noFill/>
            <a:ln w="127000" cap="rnd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06A5F95-CF2D-682E-2584-947075B713B4}"/>
                </a:ext>
              </a:extLst>
            </p:cNvPr>
            <p:cNvGrpSpPr/>
            <p:nvPr/>
          </p:nvGrpSpPr>
          <p:grpSpPr>
            <a:xfrm>
              <a:off x="7490474" y="1627835"/>
              <a:ext cx="2467443" cy="1062871"/>
              <a:chOff x="7490474" y="1627835"/>
              <a:chExt cx="2467443" cy="1062871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CADD288-62BD-B171-BBAF-8FDEAA6C87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2954" y="1627835"/>
                <a:ext cx="0" cy="499690"/>
              </a:xfrm>
              <a:prstGeom prst="line">
                <a:avLst/>
              </a:prstGeom>
              <a:ln w="38100" cap="rnd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A92428AE-005B-B70A-C216-D52BB6DBD41F}"/>
                  </a:ext>
                </a:extLst>
              </p:cNvPr>
              <p:cNvGrpSpPr/>
              <p:nvPr/>
            </p:nvGrpSpPr>
            <p:grpSpPr>
              <a:xfrm>
                <a:off x="7490474" y="1879042"/>
                <a:ext cx="849658" cy="811664"/>
                <a:chOff x="7490474" y="1879042"/>
                <a:chExt cx="849658" cy="811664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1F9B867E-68A4-335F-0B13-DA0F785A6A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61051" y="2020116"/>
                  <a:ext cx="358616" cy="358616"/>
                </a:xfrm>
                <a:prstGeom prst="line">
                  <a:avLst/>
                </a:prstGeom>
                <a:ln w="381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E2D0DED-5A3D-D7ED-7A21-C1E0B59386B8}"/>
                    </a:ext>
                  </a:extLst>
                </p:cNvPr>
                <p:cNvCxnSpPr/>
                <p:nvPr/>
              </p:nvCxnSpPr>
              <p:spPr>
                <a:xfrm flipH="1" flipV="1">
                  <a:off x="7490474" y="2516112"/>
                  <a:ext cx="232792" cy="174594"/>
                </a:xfrm>
                <a:prstGeom prst="line">
                  <a:avLst/>
                </a:prstGeom>
                <a:ln w="381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F2B6A84F-5D3A-ECF0-5795-87C70F946D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219552" y="1879042"/>
                  <a:ext cx="120580" cy="261257"/>
                </a:xfrm>
                <a:prstGeom prst="line">
                  <a:avLst/>
                </a:prstGeom>
                <a:ln w="381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6A6E03C-F284-27F9-8AFC-3A9C9D500B42}"/>
                  </a:ext>
                </a:extLst>
              </p:cNvPr>
              <p:cNvGrpSpPr/>
              <p:nvPr/>
            </p:nvGrpSpPr>
            <p:grpSpPr>
              <a:xfrm flipH="1">
                <a:off x="9108259" y="1879042"/>
                <a:ext cx="849658" cy="811664"/>
                <a:chOff x="7490474" y="1879042"/>
                <a:chExt cx="849658" cy="811664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8E95DB1-1A60-F52B-57DE-EBB34E94C4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61051" y="2020116"/>
                  <a:ext cx="358616" cy="358616"/>
                </a:xfrm>
                <a:prstGeom prst="line">
                  <a:avLst/>
                </a:prstGeom>
                <a:ln w="381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A71FF8E5-A9B3-F28B-CB05-901BA396E642}"/>
                    </a:ext>
                  </a:extLst>
                </p:cNvPr>
                <p:cNvCxnSpPr/>
                <p:nvPr/>
              </p:nvCxnSpPr>
              <p:spPr>
                <a:xfrm flipH="1" flipV="1">
                  <a:off x="7490474" y="2516112"/>
                  <a:ext cx="232792" cy="174594"/>
                </a:xfrm>
                <a:prstGeom prst="line">
                  <a:avLst/>
                </a:prstGeom>
                <a:ln w="381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BBF6C344-C910-7D5C-94AE-7D407671EE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219552" y="1879042"/>
                  <a:ext cx="120580" cy="261257"/>
                </a:xfrm>
                <a:prstGeom prst="line">
                  <a:avLst/>
                </a:prstGeom>
                <a:ln w="381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85B41A0-9DD1-5A43-DEC2-D01C855A0729}"/>
                </a:ext>
              </a:extLst>
            </p:cNvPr>
            <p:cNvGrpSpPr/>
            <p:nvPr/>
          </p:nvGrpSpPr>
          <p:grpSpPr>
            <a:xfrm>
              <a:off x="2896142" y="3147714"/>
              <a:ext cx="1470078" cy="1470078"/>
              <a:chOff x="909836" y="3356992"/>
              <a:chExt cx="756744" cy="75674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808AFE8-0541-162F-A296-52BC2AE1F1D8}"/>
                  </a:ext>
                </a:extLst>
              </p:cNvPr>
              <p:cNvSpPr/>
              <p:nvPr/>
            </p:nvSpPr>
            <p:spPr>
              <a:xfrm>
                <a:off x="909836" y="3356992"/>
                <a:ext cx="756744" cy="7567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D2056D3-5AD3-55C3-1703-B0F6783FF2BB}"/>
                  </a:ext>
                </a:extLst>
              </p:cNvPr>
              <p:cNvSpPr/>
              <p:nvPr/>
            </p:nvSpPr>
            <p:spPr>
              <a:xfrm>
                <a:off x="1053852" y="3501008"/>
                <a:ext cx="179614" cy="179614"/>
              </a:xfrm>
              <a:prstGeom prst="ellipse">
                <a:avLst/>
              </a:prstGeom>
              <a:gradFill>
                <a:gsLst>
                  <a:gs pos="19000">
                    <a:schemeClr val="accent6">
                      <a:lumMod val="20000"/>
                      <a:lumOff val="80000"/>
                      <a:alpha val="50000"/>
                    </a:schemeClr>
                  </a:gs>
                  <a:gs pos="100000">
                    <a:schemeClr val="accent6">
                      <a:lumMod val="60000"/>
                      <a:lumOff val="40000"/>
                      <a:alpha val="50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B370E90-FB41-9F0A-5A7F-47F7E051B52B}"/>
                </a:ext>
              </a:extLst>
            </p:cNvPr>
            <p:cNvGrpSpPr/>
            <p:nvPr/>
          </p:nvGrpSpPr>
          <p:grpSpPr>
            <a:xfrm>
              <a:off x="3652846" y="4727585"/>
              <a:ext cx="4050066" cy="2163433"/>
              <a:chOff x="3652846" y="4727585"/>
              <a:chExt cx="4050066" cy="2163433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DD75BE3B-3EDD-C19D-5C85-8FC6C6C77B71}"/>
                  </a:ext>
                </a:extLst>
              </p:cNvPr>
              <p:cNvSpPr/>
              <p:nvPr/>
            </p:nvSpPr>
            <p:spPr>
              <a:xfrm>
                <a:off x="3826779" y="4727585"/>
                <a:ext cx="3876133" cy="2130415"/>
              </a:xfrm>
              <a:custGeom>
                <a:avLst/>
                <a:gdLst>
                  <a:gd name="connsiteX0" fmla="*/ 2809667 w 3876133"/>
                  <a:gd name="connsiteY0" fmla="*/ 11 h 2130415"/>
                  <a:gd name="connsiteX1" fmla="*/ 2943603 w 3876133"/>
                  <a:gd name="connsiteY1" fmla="*/ 60782 h 2130415"/>
                  <a:gd name="connsiteX2" fmla="*/ 2591061 w 3876133"/>
                  <a:gd name="connsiteY2" fmla="*/ 572537 h 2130415"/>
                  <a:gd name="connsiteX3" fmla="*/ 3045954 w 3876133"/>
                  <a:gd name="connsiteY3" fmla="*/ 174505 h 2130415"/>
                  <a:gd name="connsiteX4" fmla="*/ 3534964 w 3876133"/>
                  <a:gd name="connsiteY4" fmla="*/ 106271 h 2130415"/>
                  <a:gd name="connsiteX5" fmla="*/ 3876133 w 3876133"/>
                  <a:gd name="connsiteY5" fmla="*/ 117644 h 2130415"/>
                  <a:gd name="connsiteX6" fmla="*/ 3375751 w 3876133"/>
                  <a:gd name="connsiteY6" fmla="*/ 561164 h 2130415"/>
                  <a:gd name="connsiteX7" fmla="*/ 2520439 w 3876133"/>
                  <a:gd name="connsiteY7" fmla="*/ 1355294 h 2130415"/>
                  <a:gd name="connsiteX8" fmla="*/ 1635786 w 3876133"/>
                  <a:gd name="connsiteY8" fmla="*/ 2119173 h 2130415"/>
                  <a:gd name="connsiteX9" fmla="*/ 1623398 w 3876133"/>
                  <a:gd name="connsiteY9" fmla="*/ 2130415 h 2130415"/>
                  <a:gd name="connsiteX10" fmla="*/ 0 w 3876133"/>
                  <a:gd name="connsiteY10" fmla="*/ 2130415 h 2130415"/>
                  <a:gd name="connsiteX11" fmla="*/ 21497 w 3876133"/>
                  <a:gd name="connsiteY11" fmla="*/ 2120866 h 2130415"/>
                  <a:gd name="connsiteX12" fmla="*/ 1124032 w 3876133"/>
                  <a:gd name="connsiteY12" fmla="*/ 1493695 h 2130415"/>
                  <a:gd name="connsiteX13" fmla="*/ 1033053 w 3876133"/>
                  <a:gd name="connsiteY13" fmla="*/ 231367 h 2130415"/>
                  <a:gd name="connsiteX14" fmla="*/ 942075 w 3876133"/>
                  <a:gd name="connsiteY14" fmla="*/ 15293 h 2130415"/>
                  <a:gd name="connsiteX15" fmla="*/ 1396967 w 3876133"/>
                  <a:gd name="connsiteY15" fmla="*/ 401952 h 2130415"/>
                  <a:gd name="connsiteX16" fmla="*/ 1658531 w 3876133"/>
                  <a:gd name="connsiteY16" fmla="*/ 856845 h 2130415"/>
                  <a:gd name="connsiteX17" fmla="*/ 2261264 w 3876133"/>
                  <a:gd name="connsiteY17" fmla="*/ 595281 h 2130415"/>
                  <a:gd name="connsiteX18" fmla="*/ 2545572 w 3876133"/>
                  <a:gd name="connsiteY18" fmla="*/ 140388 h 2130415"/>
                  <a:gd name="connsiteX19" fmla="*/ 2809667 w 3876133"/>
                  <a:gd name="connsiteY19" fmla="*/ 11 h 2130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876133" h="2130415">
                    <a:moveTo>
                      <a:pt x="2809667" y="11"/>
                    </a:moveTo>
                    <a:cubicBezTo>
                      <a:pt x="2856712" y="-522"/>
                      <a:pt x="2900957" y="18136"/>
                      <a:pt x="2943603" y="60782"/>
                    </a:cubicBezTo>
                    <a:lnTo>
                      <a:pt x="2591061" y="572537"/>
                    </a:lnTo>
                    <a:cubicBezTo>
                      <a:pt x="2591061" y="572537"/>
                      <a:pt x="2886741" y="288228"/>
                      <a:pt x="3045954" y="174505"/>
                    </a:cubicBezTo>
                    <a:cubicBezTo>
                      <a:pt x="3205166" y="60782"/>
                      <a:pt x="3443985" y="-41569"/>
                      <a:pt x="3534964" y="106271"/>
                    </a:cubicBezTo>
                    <a:cubicBezTo>
                      <a:pt x="3534964" y="106271"/>
                      <a:pt x="3751038" y="-75686"/>
                      <a:pt x="3876133" y="117644"/>
                    </a:cubicBezTo>
                    <a:cubicBezTo>
                      <a:pt x="3876133" y="117644"/>
                      <a:pt x="3648687" y="333718"/>
                      <a:pt x="3375751" y="561164"/>
                    </a:cubicBezTo>
                    <a:cubicBezTo>
                      <a:pt x="3102816" y="788611"/>
                      <a:pt x="2779500" y="1171403"/>
                      <a:pt x="2520439" y="1355294"/>
                    </a:cubicBezTo>
                    <a:cubicBezTo>
                      <a:pt x="2261378" y="1539184"/>
                      <a:pt x="1817743" y="1948588"/>
                      <a:pt x="1635786" y="2119173"/>
                    </a:cubicBezTo>
                    <a:lnTo>
                      <a:pt x="1623398" y="2130415"/>
                    </a:lnTo>
                    <a:lnTo>
                      <a:pt x="0" y="2130415"/>
                    </a:lnTo>
                    <a:lnTo>
                      <a:pt x="21497" y="2120866"/>
                    </a:lnTo>
                    <a:cubicBezTo>
                      <a:pt x="547820" y="1883330"/>
                      <a:pt x="1039450" y="1633006"/>
                      <a:pt x="1124032" y="1493695"/>
                    </a:cubicBezTo>
                    <a:cubicBezTo>
                      <a:pt x="1317361" y="1175270"/>
                      <a:pt x="1135404" y="333718"/>
                      <a:pt x="1033053" y="231367"/>
                    </a:cubicBezTo>
                    <a:cubicBezTo>
                      <a:pt x="930702" y="129016"/>
                      <a:pt x="805607" y="72154"/>
                      <a:pt x="942075" y="15293"/>
                    </a:cubicBezTo>
                    <a:cubicBezTo>
                      <a:pt x="1078542" y="-41569"/>
                      <a:pt x="1351478" y="106271"/>
                      <a:pt x="1396967" y="401952"/>
                    </a:cubicBezTo>
                    <a:cubicBezTo>
                      <a:pt x="1442002" y="694448"/>
                      <a:pt x="1658531" y="856845"/>
                      <a:pt x="1658531" y="856845"/>
                    </a:cubicBezTo>
                    <a:cubicBezTo>
                      <a:pt x="1658531" y="856845"/>
                      <a:pt x="2090679" y="902334"/>
                      <a:pt x="2261264" y="595281"/>
                    </a:cubicBezTo>
                    <a:cubicBezTo>
                      <a:pt x="2261264" y="595281"/>
                      <a:pt x="2386359" y="276856"/>
                      <a:pt x="2545572" y="140388"/>
                    </a:cubicBezTo>
                    <a:cubicBezTo>
                      <a:pt x="2645080" y="55095"/>
                      <a:pt x="2731261" y="899"/>
                      <a:pt x="2809667" y="11"/>
                    </a:cubicBezTo>
                    <a:close/>
                  </a:path>
                </a:pathLst>
              </a:custGeom>
              <a:solidFill>
                <a:srgbClr val="F79D7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03D22AC3-FF22-9428-4D29-0B87F6158384}"/>
                  </a:ext>
                </a:extLst>
              </p:cNvPr>
              <p:cNvSpPr/>
              <p:nvPr/>
            </p:nvSpPr>
            <p:spPr>
              <a:xfrm>
                <a:off x="6580211" y="4792312"/>
                <a:ext cx="214164" cy="241582"/>
              </a:xfrm>
              <a:custGeom>
                <a:avLst/>
                <a:gdLst>
                  <a:gd name="connsiteX0" fmla="*/ 214165 w 214164"/>
                  <a:gd name="connsiteY0" fmla="*/ 7427 h 241582"/>
                  <a:gd name="connsiteX1" fmla="*/ 87818 w 214164"/>
                  <a:gd name="connsiteY1" fmla="*/ 18799 h 241582"/>
                  <a:gd name="connsiteX2" fmla="*/ 21063 w 214164"/>
                  <a:gd name="connsiteY2" fmla="*/ 241583 h 241582"/>
                  <a:gd name="connsiteX3" fmla="*/ 214165 w 214164"/>
                  <a:gd name="connsiteY3" fmla="*/ 7427 h 24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164" h="241582">
                    <a:moveTo>
                      <a:pt x="214165" y="7427"/>
                    </a:moveTo>
                    <a:cubicBezTo>
                      <a:pt x="214165" y="7427"/>
                      <a:pt x="144680" y="-15318"/>
                      <a:pt x="87818" y="18799"/>
                    </a:cubicBezTo>
                    <a:cubicBezTo>
                      <a:pt x="30957" y="52916"/>
                      <a:pt x="-34434" y="168686"/>
                      <a:pt x="21063" y="241583"/>
                    </a:cubicBezTo>
                    <a:lnTo>
                      <a:pt x="214165" y="7427"/>
                    </a:ln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01395FF-8848-A0EB-F5BF-46AD1D79ED9E}"/>
                  </a:ext>
                </a:extLst>
              </p:cNvPr>
              <p:cNvSpPr/>
              <p:nvPr/>
            </p:nvSpPr>
            <p:spPr>
              <a:xfrm>
                <a:off x="7122922" y="4813777"/>
                <a:ext cx="238818" cy="207722"/>
              </a:xfrm>
              <a:custGeom>
                <a:avLst/>
                <a:gdLst>
                  <a:gd name="connsiteX0" fmla="*/ 42874 w 238818"/>
                  <a:gd name="connsiteY0" fmla="*/ 207722 h 207722"/>
                  <a:gd name="connsiteX1" fmla="*/ 0 w 238818"/>
                  <a:gd name="connsiteY1" fmla="*/ 145175 h 207722"/>
                  <a:gd name="connsiteX2" fmla="*/ 225741 w 238818"/>
                  <a:gd name="connsiteY2" fmla="*/ 1656 h 207722"/>
                  <a:gd name="connsiteX3" fmla="*/ 238819 w 238818"/>
                  <a:gd name="connsiteY3" fmla="*/ 20079 h 207722"/>
                  <a:gd name="connsiteX4" fmla="*/ 42874 w 238818"/>
                  <a:gd name="connsiteY4" fmla="*/ 207722 h 20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818" h="207722">
                    <a:moveTo>
                      <a:pt x="42874" y="207722"/>
                    </a:moveTo>
                    <a:cubicBezTo>
                      <a:pt x="42874" y="207722"/>
                      <a:pt x="0" y="167919"/>
                      <a:pt x="0" y="145175"/>
                    </a:cubicBezTo>
                    <a:cubicBezTo>
                      <a:pt x="0" y="122430"/>
                      <a:pt x="121570" y="-16654"/>
                      <a:pt x="225741" y="1656"/>
                    </a:cubicBezTo>
                    <a:cubicBezTo>
                      <a:pt x="225741" y="1656"/>
                      <a:pt x="238819" y="8707"/>
                      <a:pt x="238819" y="20079"/>
                    </a:cubicBezTo>
                    <a:cubicBezTo>
                      <a:pt x="238819" y="31451"/>
                      <a:pt x="42874" y="207722"/>
                      <a:pt x="42874" y="207722"/>
                    </a:cubicBez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46CED01-6A3A-733B-47C1-C8BB854226D7}"/>
                  </a:ext>
                </a:extLst>
              </p:cNvPr>
              <p:cNvSpPr/>
              <p:nvPr/>
            </p:nvSpPr>
            <p:spPr>
              <a:xfrm>
                <a:off x="7486022" y="4837950"/>
                <a:ext cx="216888" cy="173655"/>
              </a:xfrm>
              <a:custGeom>
                <a:avLst/>
                <a:gdLst>
                  <a:gd name="connsiteX0" fmla="*/ 814 w 216888"/>
                  <a:gd name="connsiteY0" fmla="*/ 98257 h 173655"/>
                  <a:gd name="connsiteX1" fmla="*/ 35955 w 216888"/>
                  <a:gd name="connsiteY1" fmla="*/ 173655 h 173655"/>
                  <a:gd name="connsiteX2" fmla="*/ 216888 w 216888"/>
                  <a:gd name="connsiteY2" fmla="*/ 7278 h 173655"/>
                  <a:gd name="connsiteX3" fmla="*/ 814 w 216888"/>
                  <a:gd name="connsiteY3" fmla="*/ 98257 h 173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6888" h="173655">
                    <a:moveTo>
                      <a:pt x="814" y="98257"/>
                    </a:moveTo>
                    <a:cubicBezTo>
                      <a:pt x="814" y="98257"/>
                      <a:pt x="-8511" y="157962"/>
                      <a:pt x="35955" y="173655"/>
                    </a:cubicBezTo>
                    <a:lnTo>
                      <a:pt x="216888" y="7278"/>
                    </a:lnTo>
                    <a:cubicBezTo>
                      <a:pt x="216888" y="7278"/>
                      <a:pt x="125910" y="-38211"/>
                      <a:pt x="814" y="98257"/>
                    </a:cubicBez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F780CE1-F12B-A320-A6D1-DAF18B8FDC6F}"/>
                  </a:ext>
                </a:extLst>
              </p:cNvPr>
              <p:cNvSpPr/>
              <p:nvPr/>
            </p:nvSpPr>
            <p:spPr>
              <a:xfrm>
                <a:off x="4687974" y="4798637"/>
                <a:ext cx="228718" cy="170777"/>
              </a:xfrm>
              <a:custGeom>
                <a:avLst/>
                <a:gdLst>
                  <a:gd name="connsiteX0" fmla="*/ 1272 w 228718"/>
                  <a:gd name="connsiteY0" fmla="*/ 46591 h 170777"/>
                  <a:gd name="connsiteX1" fmla="*/ 180614 w 228718"/>
                  <a:gd name="connsiteY1" fmla="*/ 170777 h 170777"/>
                  <a:gd name="connsiteX2" fmla="*/ 228718 w 228718"/>
                  <a:gd name="connsiteY2" fmla="*/ 103453 h 170777"/>
                  <a:gd name="connsiteX3" fmla="*/ 35162 w 228718"/>
                  <a:gd name="connsiteY3" fmla="*/ 1102 h 170777"/>
                  <a:gd name="connsiteX4" fmla="*/ 1272 w 228718"/>
                  <a:gd name="connsiteY4" fmla="*/ 46591 h 17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718" h="170777">
                    <a:moveTo>
                      <a:pt x="1272" y="46591"/>
                    </a:moveTo>
                    <a:lnTo>
                      <a:pt x="180614" y="170777"/>
                    </a:lnTo>
                    <a:cubicBezTo>
                      <a:pt x="180614" y="170777"/>
                      <a:pt x="228718" y="137570"/>
                      <a:pt x="228718" y="103453"/>
                    </a:cubicBezTo>
                    <a:cubicBezTo>
                      <a:pt x="228718" y="69336"/>
                      <a:pt x="80423" y="-10270"/>
                      <a:pt x="35162" y="1102"/>
                    </a:cubicBezTo>
                    <a:cubicBezTo>
                      <a:pt x="-10100" y="12474"/>
                      <a:pt x="1272" y="46591"/>
                      <a:pt x="1272" y="46591"/>
                    </a:cubicBezTo>
                    <a:close/>
                  </a:path>
                </a:pathLst>
              </a:custGeom>
              <a:solidFill>
                <a:srgbClr val="FBC3B0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CA69CC5-6125-DD8A-8323-B7C41231BDB2}"/>
                  </a:ext>
                </a:extLst>
              </p:cNvPr>
              <p:cNvSpPr/>
              <p:nvPr/>
            </p:nvSpPr>
            <p:spPr>
              <a:xfrm>
                <a:off x="6417838" y="5268961"/>
                <a:ext cx="21380" cy="31160"/>
              </a:xfrm>
              <a:custGeom>
                <a:avLst/>
                <a:gdLst>
                  <a:gd name="connsiteX0" fmla="*/ 0 w 21380"/>
                  <a:gd name="connsiteY0" fmla="*/ 31160 h 31160"/>
                  <a:gd name="connsiteX1" fmla="*/ 7733 w 21380"/>
                  <a:gd name="connsiteY1" fmla="*/ 23654 h 31160"/>
                  <a:gd name="connsiteX2" fmla="*/ 21380 w 21380"/>
                  <a:gd name="connsiteY2" fmla="*/ 0 h 31160"/>
                  <a:gd name="connsiteX3" fmla="*/ 0 w 21380"/>
                  <a:gd name="connsiteY3" fmla="*/ 31160 h 3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80" h="31160">
                    <a:moveTo>
                      <a:pt x="0" y="31160"/>
                    </a:moveTo>
                    <a:cubicBezTo>
                      <a:pt x="0" y="31160"/>
                      <a:pt x="2729" y="28545"/>
                      <a:pt x="7733" y="23654"/>
                    </a:cubicBezTo>
                    <a:lnTo>
                      <a:pt x="21380" y="0"/>
                    </a:lnTo>
                    <a:lnTo>
                      <a:pt x="0" y="31160"/>
                    </a:lnTo>
                    <a:close/>
                  </a:path>
                </a:pathLst>
              </a:custGeom>
              <a:noFill/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EB41718-35B5-60ED-C882-538C419BEFE3}"/>
                  </a:ext>
                </a:extLst>
              </p:cNvPr>
              <p:cNvSpPr/>
              <p:nvPr/>
            </p:nvSpPr>
            <p:spPr>
              <a:xfrm>
                <a:off x="6930502" y="5539850"/>
                <a:ext cx="1819" cy="1819"/>
              </a:xfrm>
              <a:custGeom>
                <a:avLst/>
                <a:gdLst>
                  <a:gd name="connsiteX0" fmla="*/ 1820 w 1819"/>
                  <a:gd name="connsiteY0" fmla="*/ 0 h 1819"/>
                  <a:gd name="connsiteX1" fmla="*/ 1820 w 1819"/>
                  <a:gd name="connsiteY1" fmla="*/ 0 h 1819"/>
                  <a:gd name="connsiteX2" fmla="*/ 0 w 1819"/>
                  <a:gd name="connsiteY2" fmla="*/ 1820 h 1819"/>
                  <a:gd name="connsiteX3" fmla="*/ 1820 w 1819"/>
                  <a:gd name="connsiteY3" fmla="*/ 0 h 1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9" h="1819">
                    <a:moveTo>
                      <a:pt x="1820" y="0"/>
                    </a:moveTo>
                    <a:cubicBezTo>
                      <a:pt x="1820" y="0"/>
                      <a:pt x="1706" y="0"/>
                      <a:pt x="1820" y="0"/>
                    </a:cubicBezTo>
                    <a:cubicBezTo>
                      <a:pt x="1137" y="569"/>
                      <a:pt x="569" y="1251"/>
                      <a:pt x="0" y="1820"/>
                    </a:cubicBezTo>
                    <a:lnTo>
                      <a:pt x="1820" y="0"/>
                    </a:lnTo>
                    <a:close/>
                  </a:path>
                </a:pathLst>
              </a:custGeom>
              <a:solidFill>
                <a:srgbClr val="ED8A63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F09DDF1-56AB-7686-C0FA-360ADD2BF754}"/>
                  </a:ext>
                </a:extLst>
              </p:cNvPr>
              <p:cNvSpPr/>
              <p:nvPr/>
            </p:nvSpPr>
            <p:spPr>
              <a:xfrm>
                <a:off x="6579553" y="5541669"/>
                <a:ext cx="350949" cy="345832"/>
              </a:xfrm>
              <a:custGeom>
                <a:avLst/>
                <a:gdLst>
                  <a:gd name="connsiteX0" fmla="*/ 350950 w 350949"/>
                  <a:gd name="connsiteY0" fmla="*/ 0 h 345832"/>
                  <a:gd name="connsiteX1" fmla="*/ 0 w 350949"/>
                  <a:gd name="connsiteY1" fmla="*/ 345832 h 345832"/>
                  <a:gd name="connsiteX2" fmla="*/ 350950 w 350949"/>
                  <a:gd name="connsiteY2" fmla="*/ 0 h 345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0949" h="345832">
                    <a:moveTo>
                      <a:pt x="350950" y="0"/>
                    </a:moveTo>
                    <a:lnTo>
                      <a:pt x="0" y="345832"/>
                    </a:lnTo>
                    <a:cubicBezTo>
                      <a:pt x="114292" y="238705"/>
                      <a:pt x="233701" y="115998"/>
                      <a:pt x="350950" y="0"/>
                    </a:cubicBezTo>
                    <a:close/>
                  </a:path>
                </a:pathLst>
              </a:custGeom>
              <a:noFill/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B65C268-9647-9FDF-E079-C60B38AF9813}"/>
                  </a:ext>
                </a:extLst>
              </p:cNvPr>
              <p:cNvSpPr/>
              <p:nvPr/>
            </p:nvSpPr>
            <p:spPr>
              <a:xfrm>
                <a:off x="6439332" y="5268961"/>
                <a:ext cx="11372" cy="113"/>
              </a:xfrm>
              <a:custGeom>
                <a:avLst/>
                <a:gdLst>
                  <a:gd name="connsiteX0" fmla="*/ 0 w 11372"/>
                  <a:gd name="connsiteY0" fmla="*/ 114 h 113"/>
                  <a:gd name="connsiteX1" fmla="*/ 0 w 11372"/>
                  <a:gd name="connsiteY1" fmla="*/ 0 h 113"/>
                  <a:gd name="connsiteX2" fmla="*/ 0 w 11372"/>
                  <a:gd name="connsiteY2" fmla="*/ 114 h 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372" h="113">
                    <a:moveTo>
                      <a:pt x="0" y="114"/>
                    </a:moveTo>
                    <a:lnTo>
                      <a:pt x="0" y="0"/>
                    </a:lnTo>
                    <a:lnTo>
                      <a:pt x="0" y="114"/>
                    </a:lnTo>
                    <a:close/>
                  </a:path>
                </a:pathLst>
              </a:custGeom>
              <a:noFill/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9DBB3113-1C43-78FA-5224-9E939D7E1D4A}"/>
                  </a:ext>
                </a:extLst>
              </p:cNvPr>
              <p:cNvSpPr/>
              <p:nvPr/>
            </p:nvSpPr>
            <p:spPr>
              <a:xfrm>
                <a:off x="6224509" y="4959748"/>
                <a:ext cx="573164" cy="681543"/>
              </a:xfrm>
              <a:custGeom>
                <a:avLst/>
                <a:gdLst>
                  <a:gd name="connsiteX0" fmla="*/ 0 w 573164"/>
                  <a:gd name="connsiteY0" fmla="*/ 681543 h 681543"/>
                  <a:gd name="connsiteX1" fmla="*/ 573165 w 573164"/>
                  <a:gd name="connsiteY1" fmla="*/ 0 h 681543"/>
                  <a:gd name="connsiteX2" fmla="*/ 201063 w 573164"/>
                  <a:gd name="connsiteY2" fmla="*/ 332982 h 681543"/>
                  <a:gd name="connsiteX3" fmla="*/ 0 w 573164"/>
                  <a:gd name="connsiteY3" fmla="*/ 681543 h 68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164" h="681543">
                    <a:moveTo>
                      <a:pt x="0" y="681543"/>
                    </a:moveTo>
                    <a:lnTo>
                      <a:pt x="573165" y="0"/>
                    </a:lnTo>
                    <a:cubicBezTo>
                      <a:pt x="428964" y="116680"/>
                      <a:pt x="241207" y="294657"/>
                      <a:pt x="201063" y="332982"/>
                    </a:cubicBezTo>
                    <a:lnTo>
                      <a:pt x="0" y="681543"/>
                    </a:lnTo>
                    <a:close/>
                  </a:path>
                </a:pathLst>
              </a:custGeom>
              <a:solidFill>
                <a:srgbClr val="EA8B62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2611962D-D6EB-E8CB-4BD7-0592CF2FD0A6}"/>
                  </a:ext>
                </a:extLst>
              </p:cNvPr>
              <p:cNvSpPr/>
              <p:nvPr/>
            </p:nvSpPr>
            <p:spPr>
              <a:xfrm>
                <a:off x="6622540" y="4799739"/>
                <a:ext cx="789352" cy="807434"/>
              </a:xfrm>
              <a:custGeom>
                <a:avLst/>
                <a:gdLst>
                  <a:gd name="connsiteX0" fmla="*/ 0 w 789352"/>
                  <a:gd name="connsiteY0" fmla="*/ 807435 h 807434"/>
                  <a:gd name="connsiteX1" fmla="*/ 511754 w 789352"/>
                  <a:gd name="connsiteY1" fmla="*/ 295680 h 807434"/>
                  <a:gd name="connsiteX2" fmla="*/ 789353 w 789352"/>
                  <a:gd name="connsiteY2" fmla="*/ 0 h 807434"/>
                  <a:gd name="connsiteX3" fmla="*/ 789353 w 789352"/>
                  <a:gd name="connsiteY3" fmla="*/ 0 h 807434"/>
                  <a:gd name="connsiteX4" fmla="*/ 739201 w 789352"/>
                  <a:gd name="connsiteY4" fmla="*/ 34117 h 807434"/>
                  <a:gd name="connsiteX5" fmla="*/ 511754 w 789352"/>
                  <a:gd name="connsiteY5" fmla="*/ 250191 h 807434"/>
                  <a:gd name="connsiteX6" fmla="*/ 0 w 789352"/>
                  <a:gd name="connsiteY6" fmla="*/ 807435 h 807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9352" h="807434">
                    <a:moveTo>
                      <a:pt x="0" y="807435"/>
                    </a:moveTo>
                    <a:cubicBezTo>
                      <a:pt x="0" y="807435"/>
                      <a:pt x="386659" y="432148"/>
                      <a:pt x="511754" y="295680"/>
                    </a:cubicBezTo>
                    <a:cubicBezTo>
                      <a:pt x="636850" y="159213"/>
                      <a:pt x="771271" y="68234"/>
                      <a:pt x="789353" y="0"/>
                    </a:cubicBezTo>
                    <a:lnTo>
                      <a:pt x="789353" y="0"/>
                    </a:lnTo>
                    <a:cubicBezTo>
                      <a:pt x="758761" y="17741"/>
                      <a:pt x="739201" y="34117"/>
                      <a:pt x="739201" y="34117"/>
                    </a:cubicBezTo>
                    <a:cubicBezTo>
                      <a:pt x="739201" y="34117"/>
                      <a:pt x="614105" y="159213"/>
                      <a:pt x="511754" y="250191"/>
                    </a:cubicBezTo>
                    <a:cubicBezTo>
                      <a:pt x="409404" y="341170"/>
                      <a:pt x="0" y="807435"/>
                      <a:pt x="0" y="807435"/>
                    </a:cubicBezTo>
                    <a:close/>
                  </a:path>
                </a:pathLst>
              </a:custGeom>
              <a:solidFill>
                <a:srgbClr val="EA8B62"/>
              </a:solidFill>
              <a:ln w="113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64C8824C-9E0A-3876-926C-608B58F25289}"/>
                  </a:ext>
                </a:extLst>
              </p:cNvPr>
              <p:cNvSpPr/>
              <p:nvPr/>
            </p:nvSpPr>
            <p:spPr>
              <a:xfrm flipV="1">
                <a:off x="5314397" y="5539850"/>
                <a:ext cx="1617812" cy="1318150"/>
              </a:xfrm>
              <a:custGeom>
                <a:avLst/>
                <a:gdLst>
                  <a:gd name="connsiteX0" fmla="*/ 1617812 w 1617812"/>
                  <a:gd name="connsiteY0" fmla="*/ 1318150 h 1318150"/>
                  <a:gd name="connsiteX1" fmla="*/ 1616106 w 1617812"/>
                  <a:gd name="connsiteY1" fmla="*/ 1316444 h 1318150"/>
                  <a:gd name="connsiteX2" fmla="*/ 1265156 w 1617812"/>
                  <a:gd name="connsiteY2" fmla="*/ 970612 h 1318150"/>
                  <a:gd name="connsiteX3" fmla="*/ 1032820 w 1617812"/>
                  <a:gd name="connsiteY3" fmla="*/ 775122 h 1318150"/>
                  <a:gd name="connsiteX4" fmla="*/ 148167 w 1617812"/>
                  <a:gd name="connsiteY4" fmla="*/ 11243 h 1318150"/>
                  <a:gd name="connsiteX5" fmla="*/ 135778 w 1617812"/>
                  <a:gd name="connsiteY5" fmla="*/ 0 h 1318150"/>
                  <a:gd name="connsiteX6" fmla="*/ 0 w 1617812"/>
                  <a:gd name="connsiteY6" fmla="*/ 0 h 1318150"/>
                  <a:gd name="connsiteX7" fmla="*/ 34911 w 1617812"/>
                  <a:gd name="connsiteY7" fmla="*/ 25009 h 1318150"/>
                  <a:gd name="connsiteX8" fmla="*/ 504348 w 1617812"/>
                  <a:gd name="connsiteY8" fmla="*/ 388463 h 1318150"/>
                  <a:gd name="connsiteX9" fmla="*/ 1617812 w 1617812"/>
                  <a:gd name="connsiteY9" fmla="*/ 1318150 h 131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7812" h="1318150">
                    <a:moveTo>
                      <a:pt x="1617812" y="1318150"/>
                    </a:moveTo>
                    <a:cubicBezTo>
                      <a:pt x="1617243" y="1317581"/>
                      <a:pt x="1616675" y="1317013"/>
                      <a:pt x="1616106" y="1316444"/>
                    </a:cubicBezTo>
                    <a:lnTo>
                      <a:pt x="1265156" y="970612"/>
                    </a:lnTo>
                    <a:cubicBezTo>
                      <a:pt x="1184299" y="894872"/>
                      <a:pt x="1106058" y="827093"/>
                      <a:pt x="1032820" y="775122"/>
                    </a:cubicBezTo>
                    <a:cubicBezTo>
                      <a:pt x="773645" y="591231"/>
                      <a:pt x="330124" y="181827"/>
                      <a:pt x="148167" y="11243"/>
                    </a:cubicBezTo>
                    <a:lnTo>
                      <a:pt x="135778" y="0"/>
                    </a:lnTo>
                    <a:lnTo>
                      <a:pt x="0" y="0"/>
                    </a:lnTo>
                    <a:lnTo>
                      <a:pt x="34911" y="25009"/>
                    </a:lnTo>
                    <a:cubicBezTo>
                      <a:pt x="239345" y="172979"/>
                      <a:pt x="407911" y="301635"/>
                      <a:pt x="504348" y="388463"/>
                    </a:cubicBezTo>
                    <a:cubicBezTo>
                      <a:pt x="943433" y="783878"/>
                      <a:pt x="1615424" y="1316217"/>
                      <a:pt x="1617812" y="1318150"/>
                    </a:cubicBezTo>
                    <a:close/>
                  </a:path>
                </a:pathLst>
              </a:custGeom>
              <a:solidFill>
                <a:srgbClr val="EA8B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28743F76-7141-5BEC-ABED-C5574F4303FD}"/>
                  </a:ext>
                </a:extLst>
              </p:cNvPr>
              <p:cNvSpPr/>
              <p:nvPr/>
            </p:nvSpPr>
            <p:spPr>
              <a:xfrm>
                <a:off x="3652846" y="6352854"/>
                <a:ext cx="2177381" cy="538164"/>
              </a:xfrm>
              <a:custGeom>
                <a:avLst/>
                <a:gdLst>
                  <a:gd name="connsiteX0" fmla="*/ 599122 w 2177381"/>
                  <a:gd name="connsiteY0" fmla="*/ 0 h 366765"/>
                  <a:gd name="connsiteX1" fmla="*/ 2177381 w 2177381"/>
                  <a:gd name="connsiteY1" fmla="*/ 221063 h 366765"/>
                  <a:gd name="connsiteX2" fmla="*/ 1998820 w 2177381"/>
                  <a:gd name="connsiteY2" fmla="*/ 366765 h 366765"/>
                  <a:gd name="connsiteX3" fmla="*/ 0 w 2177381"/>
                  <a:gd name="connsiteY3" fmla="*/ 366765 h 366765"/>
                  <a:gd name="connsiteX4" fmla="*/ 599122 w 2177381"/>
                  <a:gd name="connsiteY4" fmla="*/ 0 h 36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77381" h="366765">
                    <a:moveTo>
                      <a:pt x="599122" y="0"/>
                    </a:moveTo>
                    <a:lnTo>
                      <a:pt x="2177381" y="221063"/>
                    </a:lnTo>
                    <a:lnTo>
                      <a:pt x="1998820" y="366765"/>
                    </a:lnTo>
                    <a:lnTo>
                      <a:pt x="0" y="366765"/>
                    </a:lnTo>
                    <a:lnTo>
                      <a:pt x="599122" y="0"/>
                    </a:lnTo>
                    <a:close/>
                  </a:path>
                </a:pathLst>
              </a:custGeom>
              <a:gradFill>
                <a:gsLst>
                  <a:gs pos="19000">
                    <a:schemeClr val="accent5"/>
                  </a:gs>
                  <a:gs pos="75000">
                    <a:schemeClr val="accent5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88FBF4A-D9DB-8B49-4EE1-1A12BD7EC0BA}"/>
              </a:ext>
            </a:extLst>
          </p:cNvPr>
          <p:cNvGrpSpPr/>
          <p:nvPr/>
        </p:nvGrpSpPr>
        <p:grpSpPr>
          <a:xfrm>
            <a:off x="839417" y="1556792"/>
            <a:ext cx="2286305" cy="1008112"/>
            <a:chOff x="7663543" y="1850570"/>
            <a:chExt cx="3111389" cy="1008112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50C7E01-B6DE-70E4-1CA7-72B85F70A7A2}"/>
                </a:ext>
              </a:extLst>
            </p:cNvPr>
            <p:cNvSpPr txBox="1"/>
            <p:nvPr/>
          </p:nvSpPr>
          <p:spPr>
            <a:xfrm>
              <a:off x="7663543" y="2270177"/>
              <a:ext cx="3111389" cy="5885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FC6EC55-D1C0-45F1-43EC-65839699377C}"/>
                </a:ext>
              </a:extLst>
            </p:cNvPr>
            <p:cNvSpPr txBox="1"/>
            <p:nvPr/>
          </p:nvSpPr>
          <p:spPr>
            <a:xfrm>
              <a:off x="7663543" y="1850570"/>
              <a:ext cx="3111389" cy="2958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Segoe UI Light" panose="020B0502040204020203" pitchFamily="34" charset="0"/>
                </a:rPr>
                <a:t>Placeholder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CE0A601-EBA5-CF3E-6A03-A12BE002B640}"/>
              </a:ext>
            </a:extLst>
          </p:cNvPr>
          <p:cNvGrpSpPr/>
          <p:nvPr/>
        </p:nvGrpSpPr>
        <p:grpSpPr>
          <a:xfrm>
            <a:off x="8832305" y="5157192"/>
            <a:ext cx="2286305" cy="1008112"/>
            <a:chOff x="7663543" y="1850570"/>
            <a:chExt cx="3111389" cy="1008112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2D36257-7043-46C1-B439-C633BB715E93}"/>
                </a:ext>
              </a:extLst>
            </p:cNvPr>
            <p:cNvSpPr txBox="1"/>
            <p:nvPr/>
          </p:nvSpPr>
          <p:spPr>
            <a:xfrm>
              <a:off x="7663543" y="2270177"/>
              <a:ext cx="3111389" cy="5885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36B6605-F835-9041-90D3-15A50E3B38D4}"/>
                </a:ext>
              </a:extLst>
            </p:cNvPr>
            <p:cNvSpPr txBox="1"/>
            <p:nvPr/>
          </p:nvSpPr>
          <p:spPr>
            <a:xfrm>
              <a:off x="7663543" y="1850570"/>
              <a:ext cx="3111389" cy="2958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Segoe UI Light" panose="020B0502040204020203" pitchFamily="34" charset="0"/>
                </a:rPr>
                <a:t>Placeholder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7024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2EC590-C380-0B1B-3F9B-9A8C49CF97E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1516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4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2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3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4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5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6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7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 York">
  <a:themeElements>
    <a:clrScheme name="New York BLUE">
      <a:dk1>
        <a:srgbClr val="404040"/>
      </a:dk1>
      <a:lt1>
        <a:sysClr val="window" lastClr="FFFFFF"/>
      </a:lt1>
      <a:dk2>
        <a:srgbClr val="404040"/>
      </a:dk2>
      <a:lt2>
        <a:srgbClr val="FFFFFF"/>
      </a:lt2>
      <a:accent1>
        <a:srgbClr val="2468ED"/>
      </a:accent1>
      <a:accent2>
        <a:srgbClr val="8AACEF"/>
      </a:accent2>
      <a:accent3>
        <a:srgbClr val="C7D5EF"/>
      </a:accent3>
      <a:accent4>
        <a:srgbClr val="DCE3F0"/>
      </a:accent4>
      <a:accent5>
        <a:srgbClr val="E4EAF4"/>
      </a:accent5>
      <a:accent6>
        <a:srgbClr val="F0F3F8"/>
      </a:accent6>
      <a:hlink>
        <a:srgbClr val="2468ED"/>
      </a:hlink>
      <a:folHlink>
        <a:srgbClr val="404040"/>
      </a:folHlink>
    </a:clrScheme>
    <a:fontScheme name="Другая 6">
      <a:majorFont>
        <a:latin typeface="Bahnschrift"/>
        <a:ea typeface=""/>
        <a:cs typeface=""/>
      </a:majorFont>
      <a:minorFont>
        <a:latin typeface="Bahnschrif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25" row="2">
    <wetp:webextensionref xmlns:r="http://schemas.openxmlformats.org/officeDocument/2006/relationships" r:id="rId2"/>
  </wetp:taskpane>
  <wetp:taskpane dockstate="right" visibility="0" width="525" row="3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08C427BB-E15F-44F6-B8E7-EF2F4B683A83}">
  <we:reference id="wa200005566" version="3.0.0.3" store="en-US" storeType="OMEX"/>
  <we:alternateReferences>
    <we:reference id="wa200005566" version="3.0.0.3" store="wa200005566" storeType="OMEX"/>
  </we:alternateReferences>
  <we:properties>
    <we:property name="theme" value="{&quot;name&quot;:&quot;New York&quot;,&quot;color&quot;:&quot;#2468ED&quot;,&quot;colorPalette&quot;:[&quot;404040&quot;,&quot;FFFFFF&quot;,&quot;404040&quot;,&quot;FFFFFF&quot;,&quot;2468ED&quot;,&quot;8AACEF&quot;,&quot;C7D5EF&quot;,&quot;DCE3F0&quot;,&quot;E4EAF4&quot;,&quot;F0F3F8&quot;,&quot;2468ED&quot;,&quot;404040&quot;],&quot;previewImages&quot;:[&quot;https://cpp.appsdowonders.com/assets/SlideTitle-new-york.webp&quot;,&quot;https://cpp.appsdowonders.com/assets/SlideAgenda-new-york.webp&quot;,&quot;https://cpp.appsdowonders.com/assets/SlideTextbox1V1-new-york.webp&quot;,&quot;https://cpp.appsdowonders.com/assets/SlideTextbox3V1-new-york.webp&quot;,&quot;https://cpp.appsdowonders.com/assets/SlideTable-new-york.webp&quot;,&quot;https://cpp.appsdowonders.com/assets/SlideTimelineV2-new-york.webp&quot;],&quot;isDefault&quot;:true,&quot;previewAnimation&quot;:&quot;https://cpp.appsdowonders.com/assets/new-york-preview.gif&quot;,&quot;index&quot;:0}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9561B4F-EB60-443C-8F45-6BE28B940A0A}">
  <we:reference id="wa200005107" version="1.1.0.0" store="en-US" storeType="OMEX"/>
  <we:alternateReferences>
    <we:reference id="WA200005107" version="1.1.0.0" store="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B8721F66-7B4A-42AF-AA4D-9B54BD12AE1E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306</Words>
  <Application>Microsoft Office PowerPoint</Application>
  <PresentationFormat>Widescreen</PresentationFormat>
  <Paragraphs>72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Bahnschrift</vt:lpstr>
      <vt:lpstr>Bahnschrift Light</vt:lpstr>
      <vt:lpstr>Calibri</vt:lpstr>
      <vt:lpstr>Calibri Light</vt:lpstr>
      <vt:lpstr>Open Sans</vt:lpstr>
      <vt:lpstr>Segoe UI Black</vt:lpstr>
      <vt:lpstr>Segoe UI Light</vt:lpstr>
      <vt:lpstr>Wingdings</vt:lpstr>
      <vt:lpstr>Office Theme</vt:lpstr>
      <vt:lpstr>New York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Sameer Kumar Mahapatra</dc:creator>
  <cp:lastModifiedBy>Sameer Kumar Mahapatra</cp:lastModifiedBy>
  <cp:revision>1</cp:revision>
  <dcterms:created xsi:type="dcterms:W3CDTF">2025-12-03T16:21:10Z</dcterms:created>
  <dcterms:modified xsi:type="dcterms:W3CDTF">2025-12-03T18:17:05Z</dcterms:modified>
</cp:coreProperties>
</file>