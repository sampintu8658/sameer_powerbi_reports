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6"/>
  </p:notesMasterIdLst>
  <p:sldIdLst>
    <p:sldId id="276" r:id="rId3"/>
    <p:sldId id="290" r:id="rId4"/>
    <p:sldId id="268" r:id="rId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4"/>
  </p:normalViewPr>
  <p:slideViewPr>
    <p:cSldViewPr>
      <p:cViewPr>
        <p:scale>
          <a:sx n="300" d="100"/>
          <a:sy n="300" d="100"/>
        </p:scale>
        <p:origin x="-4224" y="-289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can safely remove this slide. This slide</a:t>
            </a:r>
            <a:r>
              <a:rPr lang="en-US" baseline="0" dirty="0"/>
              <a:t> design was provided by SlideModel.com – You can download more templates, shapes and elements for PowerPoint from </a:t>
            </a:r>
            <a:r>
              <a:rPr lang="en-US" dirty="0">
                <a:hlinkClick r:id="rId3"/>
              </a:rPr>
              <a:t>http://slidemodel.com/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102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8" tIns="45695" rIns="91388" bIns="45695" rtlCol="0" anchor="ctr"/>
          <a:lstStyle/>
          <a:p>
            <a:pPr algn="ctr"/>
            <a:endParaRPr lang="en-US" sz="1798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3887118"/>
            <a:ext cx="10360501" cy="610820"/>
          </a:xfrm>
        </p:spPr>
        <p:txBody>
          <a:bodyPr/>
          <a:lstStyle>
            <a:lvl1pPr algn="ctr">
              <a:defRPr lang="en-US" sz="3998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398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3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67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2130429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1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3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7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2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61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78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4"/>
            <a:ext cx="10360501" cy="1362075"/>
          </a:xfrm>
        </p:spPr>
        <p:txBody>
          <a:bodyPr anchor="t"/>
          <a:lstStyle>
            <a:lvl1pPr algn="l">
              <a:defRPr sz="529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698">
                <a:solidFill>
                  <a:schemeClr val="tx1">
                    <a:tint val="75000"/>
                  </a:schemeClr>
                </a:solidFill>
              </a:defRPr>
            </a:lvl1pPr>
            <a:lvl2pPr marL="609158" indent="0">
              <a:buNone/>
              <a:defRPr sz="2398">
                <a:solidFill>
                  <a:schemeClr val="tx1">
                    <a:tint val="75000"/>
                  </a:schemeClr>
                </a:solidFill>
              </a:defRPr>
            </a:lvl2pPr>
            <a:lvl3pPr marL="1218317" indent="0">
              <a:buNone/>
              <a:defRPr sz="2098">
                <a:solidFill>
                  <a:schemeClr val="tx1">
                    <a:tint val="75000"/>
                  </a:schemeClr>
                </a:solidFill>
              </a:defRPr>
            </a:lvl3pPr>
            <a:lvl4pPr marL="1827474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4pPr>
            <a:lvl5pPr marL="2436633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5pPr>
            <a:lvl6pPr marL="3045792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6pPr>
            <a:lvl7pPr marL="365494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7pPr>
            <a:lvl8pPr marL="4264107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8pPr>
            <a:lvl9pPr marL="4873265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76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4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4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96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6"/>
            <a:ext cx="5385514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9158" indent="0">
              <a:buNone/>
              <a:defRPr sz="2698" b="1"/>
            </a:lvl2pPr>
            <a:lvl3pPr marL="1218317" indent="0">
              <a:buNone/>
              <a:defRPr sz="2398" b="1"/>
            </a:lvl3pPr>
            <a:lvl4pPr marL="1827474" indent="0">
              <a:buNone/>
              <a:defRPr sz="2098" b="1"/>
            </a:lvl4pPr>
            <a:lvl5pPr marL="2436633" indent="0">
              <a:buNone/>
              <a:defRPr sz="2098" b="1"/>
            </a:lvl5pPr>
            <a:lvl6pPr marL="3045792" indent="0">
              <a:buNone/>
              <a:defRPr sz="2098" b="1"/>
            </a:lvl6pPr>
            <a:lvl7pPr marL="3654949" indent="0">
              <a:buNone/>
              <a:defRPr sz="2098" b="1"/>
            </a:lvl7pPr>
            <a:lvl8pPr marL="4264107" indent="0">
              <a:buNone/>
              <a:defRPr sz="2098" b="1"/>
            </a:lvl8pPr>
            <a:lvl9pPr marL="4873265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6"/>
            <a:ext cx="5387630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9158" indent="0">
              <a:buNone/>
              <a:defRPr sz="2698" b="1"/>
            </a:lvl2pPr>
            <a:lvl3pPr marL="1218317" indent="0">
              <a:buNone/>
              <a:defRPr sz="2398" b="1"/>
            </a:lvl3pPr>
            <a:lvl4pPr marL="1827474" indent="0">
              <a:buNone/>
              <a:defRPr sz="2098" b="1"/>
            </a:lvl4pPr>
            <a:lvl5pPr marL="2436633" indent="0">
              <a:buNone/>
              <a:defRPr sz="2098" b="1"/>
            </a:lvl5pPr>
            <a:lvl6pPr marL="3045792" indent="0">
              <a:buNone/>
              <a:defRPr sz="2098" b="1"/>
            </a:lvl6pPr>
            <a:lvl7pPr marL="3654949" indent="0">
              <a:buNone/>
              <a:defRPr sz="2098" b="1"/>
            </a:lvl7pPr>
            <a:lvl8pPr marL="4264107" indent="0">
              <a:buNone/>
              <a:defRPr sz="2098" b="1"/>
            </a:lvl8pPr>
            <a:lvl9pPr marL="4873265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620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5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730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613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5" y="273052"/>
            <a:ext cx="4010039" cy="1162051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6"/>
            <a:ext cx="6813892" cy="5853113"/>
          </a:xfrm>
        </p:spPr>
        <p:txBody>
          <a:bodyPr/>
          <a:lstStyle>
            <a:lvl1pPr>
              <a:defRPr sz="4298"/>
            </a:lvl1pPr>
            <a:lvl2pPr>
              <a:defRPr sz="3698"/>
            </a:lvl2pPr>
            <a:lvl3pPr>
              <a:defRPr sz="3198"/>
            </a:lvl3pPr>
            <a:lvl4pPr>
              <a:defRPr sz="2698"/>
            </a:lvl4pPr>
            <a:lvl5pPr>
              <a:defRPr sz="2698"/>
            </a:lvl5pPr>
            <a:lvl6pPr>
              <a:defRPr sz="2698"/>
            </a:lvl6pPr>
            <a:lvl7pPr>
              <a:defRPr sz="2698"/>
            </a:lvl7pPr>
            <a:lvl8pPr>
              <a:defRPr sz="2698"/>
            </a:lvl8pPr>
            <a:lvl9pPr>
              <a:defRPr sz="26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5" y="1435104"/>
            <a:ext cx="4010039" cy="4691063"/>
          </a:xfrm>
        </p:spPr>
        <p:txBody>
          <a:bodyPr/>
          <a:lstStyle>
            <a:lvl1pPr marL="0" indent="0">
              <a:buNone/>
              <a:defRPr sz="1898"/>
            </a:lvl1pPr>
            <a:lvl2pPr marL="609158" indent="0">
              <a:buNone/>
              <a:defRPr sz="1600"/>
            </a:lvl2pPr>
            <a:lvl3pPr marL="1218317" indent="0">
              <a:buNone/>
              <a:defRPr sz="1300"/>
            </a:lvl3pPr>
            <a:lvl4pPr marL="1827474" indent="0">
              <a:buNone/>
              <a:defRPr sz="1200"/>
            </a:lvl4pPr>
            <a:lvl5pPr marL="2436633" indent="0">
              <a:buNone/>
              <a:defRPr sz="1200"/>
            </a:lvl5pPr>
            <a:lvl6pPr marL="3045792" indent="0">
              <a:buNone/>
              <a:defRPr sz="1200"/>
            </a:lvl6pPr>
            <a:lvl7pPr marL="3654949" indent="0">
              <a:buNone/>
              <a:defRPr sz="1200"/>
            </a:lvl7pPr>
            <a:lvl8pPr marL="4264107" indent="0">
              <a:buNone/>
              <a:defRPr sz="1200"/>
            </a:lvl8pPr>
            <a:lvl9pPr marL="487326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513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6" y="4800603"/>
            <a:ext cx="7313295" cy="566739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6" y="612775"/>
            <a:ext cx="7313295" cy="4114800"/>
          </a:xfrm>
        </p:spPr>
        <p:txBody>
          <a:bodyPr/>
          <a:lstStyle>
            <a:lvl1pPr marL="0" indent="0">
              <a:buNone/>
              <a:defRPr sz="4298"/>
            </a:lvl1pPr>
            <a:lvl2pPr marL="609158" indent="0">
              <a:buNone/>
              <a:defRPr sz="3698"/>
            </a:lvl2pPr>
            <a:lvl3pPr marL="1218317" indent="0">
              <a:buNone/>
              <a:defRPr sz="3198"/>
            </a:lvl3pPr>
            <a:lvl4pPr marL="1827474" indent="0">
              <a:buNone/>
              <a:defRPr sz="2698"/>
            </a:lvl4pPr>
            <a:lvl5pPr marL="2436633" indent="0">
              <a:buNone/>
              <a:defRPr sz="2698"/>
            </a:lvl5pPr>
            <a:lvl6pPr marL="3045792" indent="0">
              <a:buNone/>
              <a:defRPr sz="2698"/>
            </a:lvl6pPr>
            <a:lvl7pPr marL="3654949" indent="0">
              <a:buNone/>
              <a:defRPr sz="2698"/>
            </a:lvl7pPr>
            <a:lvl8pPr marL="4264107" indent="0">
              <a:buNone/>
              <a:defRPr sz="2698"/>
            </a:lvl8pPr>
            <a:lvl9pPr marL="4873265" indent="0">
              <a:buNone/>
              <a:defRPr sz="26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6" y="5367342"/>
            <a:ext cx="7313295" cy="804863"/>
          </a:xfrm>
        </p:spPr>
        <p:txBody>
          <a:bodyPr/>
          <a:lstStyle>
            <a:lvl1pPr marL="0" indent="0">
              <a:buNone/>
              <a:defRPr sz="1898"/>
            </a:lvl1pPr>
            <a:lvl2pPr marL="609158" indent="0">
              <a:buNone/>
              <a:defRPr sz="1600"/>
            </a:lvl2pPr>
            <a:lvl3pPr marL="1218317" indent="0">
              <a:buNone/>
              <a:defRPr sz="1300"/>
            </a:lvl3pPr>
            <a:lvl4pPr marL="1827474" indent="0">
              <a:buNone/>
              <a:defRPr sz="1200"/>
            </a:lvl4pPr>
            <a:lvl5pPr marL="2436633" indent="0">
              <a:buNone/>
              <a:defRPr sz="1200"/>
            </a:lvl5pPr>
            <a:lvl6pPr marL="3045792" indent="0">
              <a:buNone/>
              <a:defRPr sz="1200"/>
            </a:lvl6pPr>
            <a:lvl7pPr marL="3654949" indent="0">
              <a:buNone/>
              <a:defRPr sz="1200"/>
            </a:lvl7pPr>
            <a:lvl8pPr marL="4264107" indent="0">
              <a:buNone/>
              <a:defRPr sz="1200"/>
            </a:lvl8pPr>
            <a:lvl9pPr marL="487326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83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391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2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2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620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7"/>
            <a:ext cx="5930678" cy="711081"/>
          </a:xfrm>
        </p:spPr>
        <p:txBody>
          <a:bodyPr>
            <a:normAutofit/>
          </a:bodyPr>
          <a:lstStyle>
            <a:lvl1pPr algn="ctr">
              <a:defRPr sz="3598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8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2" y="274642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2" y="1138426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4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6" y="6356354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4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32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1218317" rtl="0" eaLnBrk="1" latinLnBrk="0" hangingPunct="1">
        <a:spcBef>
          <a:spcPct val="0"/>
        </a:spcBef>
        <a:buNone/>
        <a:defRPr sz="3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868" indent="-456868" algn="l" defTabSz="1218317" rtl="0" eaLnBrk="1" latinLnBrk="0" hangingPunct="1">
        <a:spcBef>
          <a:spcPct val="20000"/>
        </a:spcBef>
        <a:buFont typeface="Arial" pitchFamily="34" charset="0"/>
        <a:buChar char="•"/>
        <a:defRPr sz="3598" kern="1200">
          <a:solidFill>
            <a:schemeClr val="tx1"/>
          </a:solidFill>
          <a:latin typeface="+mj-lt"/>
          <a:ea typeface="+mn-ea"/>
          <a:cs typeface="+mn-cs"/>
        </a:defRPr>
      </a:lvl1pPr>
      <a:lvl2pPr marL="989883" indent="-380723" algn="l" defTabSz="1218317" rtl="0" eaLnBrk="1" latinLnBrk="0" hangingPunct="1">
        <a:spcBef>
          <a:spcPct val="20000"/>
        </a:spcBef>
        <a:buFont typeface="Arial" pitchFamily="34" charset="0"/>
        <a:buChar char="–"/>
        <a:defRPr sz="3198" kern="1200">
          <a:solidFill>
            <a:schemeClr val="tx1"/>
          </a:solidFill>
          <a:latin typeface="+mj-lt"/>
          <a:ea typeface="+mn-ea"/>
          <a:cs typeface="+mn-cs"/>
        </a:defRPr>
      </a:lvl2pPr>
      <a:lvl3pPr marL="1522895" indent="-304580" algn="l" defTabSz="1218317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j-lt"/>
          <a:ea typeface="+mn-ea"/>
          <a:cs typeface="+mn-cs"/>
        </a:defRPr>
      </a:lvl3pPr>
      <a:lvl4pPr marL="2132054" indent="-304580" algn="l" defTabSz="1218317" rtl="0" eaLnBrk="1" latinLnBrk="0" hangingPunct="1">
        <a:spcBef>
          <a:spcPct val="20000"/>
        </a:spcBef>
        <a:buFont typeface="Arial" pitchFamily="34" charset="0"/>
        <a:buChar char="–"/>
        <a:defRPr sz="1998" kern="1200">
          <a:solidFill>
            <a:schemeClr val="tx1"/>
          </a:solidFill>
          <a:latin typeface="+mj-lt"/>
          <a:ea typeface="+mn-ea"/>
          <a:cs typeface="+mn-cs"/>
        </a:defRPr>
      </a:lvl4pPr>
      <a:lvl5pPr marL="2741212" indent="-304580" algn="l" defTabSz="1218317" rtl="0" eaLnBrk="1" latinLnBrk="0" hangingPunct="1">
        <a:spcBef>
          <a:spcPct val="20000"/>
        </a:spcBef>
        <a:buFont typeface="Arial" pitchFamily="34" charset="0"/>
        <a:buChar char="»"/>
        <a:defRPr sz="1998" kern="1200">
          <a:solidFill>
            <a:schemeClr val="tx1"/>
          </a:solidFill>
          <a:latin typeface="+mj-lt"/>
          <a:ea typeface="+mn-ea"/>
          <a:cs typeface="+mn-cs"/>
        </a:defRPr>
      </a:lvl5pPr>
      <a:lvl6pPr marL="3350369" indent="-304580" algn="l" defTabSz="1218317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6pPr>
      <a:lvl7pPr marL="3959529" indent="-304580" algn="l" defTabSz="1218317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7pPr>
      <a:lvl8pPr marL="4568687" indent="-304580" algn="l" defTabSz="1218317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8pPr>
      <a:lvl9pPr marL="5177844" indent="-304580" algn="l" defTabSz="1218317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158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317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474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633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5792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4949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107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265" algn="l" defTabSz="1218317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7C00-6392-DF95-E729-AE2DF029F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/>
          <a:lstStyle/>
          <a:p>
            <a:r>
              <a:rPr lang="en-IN" dirty="0"/>
              <a:t>Curved Process Flow Slide Template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9363E3A-6186-7F9B-08F0-DC6B7A33B443}"/>
              </a:ext>
            </a:extLst>
          </p:cNvPr>
          <p:cNvSpPr/>
          <p:nvPr/>
        </p:nvSpPr>
        <p:spPr>
          <a:xfrm>
            <a:off x="2820071" y="3212234"/>
            <a:ext cx="1027591" cy="1027592"/>
          </a:xfrm>
          <a:custGeom>
            <a:avLst/>
            <a:gdLst>
              <a:gd name="connsiteX0" fmla="*/ 1027592 w 1027591"/>
              <a:gd name="connsiteY0" fmla="*/ 513796 h 1027592"/>
              <a:gd name="connsiteX1" fmla="*/ 513796 w 1027591"/>
              <a:gd name="connsiteY1" fmla="*/ 1027592 h 1027592"/>
              <a:gd name="connsiteX2" fmla="*/ 0 w 1027591"/>
              <a:gd name="connsiteY2" fmla="*/ 513796 h 1027592"/>
              <a:gd name="connsiteX3" fmla="*/ 513796 w 1027591"/>
              <a:gd name="connsiteY3" fmla="*/ 0 h 1027592"/>
              <a:gd name="connsiteX4" fmla="*/ 1027592 w 1027591"/>
              <a:gd name="connsiteY4" fmla="*/ 513796 h 1027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7591" h="1027592">
                <a:moveTo>
                  <a:pt x="1027592" y="513796"/>
                </a:moveTo>
                <a:cubicBezTo>
                  <a:pt x="1027592" y="797558"/>
                  <a:pt x="797558" y="1027592"/>
                  <a:pt x="513796" y="1027592"/>
                </a:cubicBezTo>
                <a:cubicBezTo>
                  <a:pt x="230034" y="1027592"/>
                  <a:pt x="0" y="797558"/>
                  <a:pt x="0" y="513796"/>
                </a:cubicBezTo>
                <a:cubicBezTo>
                  <a:pt x="0" y="230034"/>
                  <a:pt x="230034" y="0"/>
                  <a:pt x="513796" y="0"/>
                </a:cubicBezTo>
                <a:cubicBezTo>
                  <a:pt x="797558" y="0"/>
                  <a:pt x="1027592" y="230034"/>
                  <a:pt x="1027592" y="513796"/>
                </a:cubicBezTo>
                <a:close/>
              </a:path>
            </a:pathLst>
          </a:custGeom>
          <a:solidFill>
            <a:schemeClr val="accent2"/>
          </a:solidFill>
          <a:ln w="1671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C12771A-E206-982A-87C4-4F5F1C9E1899}"/>
              </a:ext>
            </a:extLst>
          </p:cNvPr>
          <p:cNvSpPr/>
          <p:nvPr/>
        </p:nvSpPr>
        <p:spPr>
          <a:xfrm>
            <a:off x="4660435" y="3212234"/>
            <a:ext cx="1027591" cy="1027592"/>
          </a:xfrm>
          <a:custGeom>
            <a:avLst/>
            <a:gdLst>
              <a:gd name="connsiteX0" fmla="*/ 1027592 w 1027591"/>
              <a:gd name="connsiteY0" fmla="*/ 513796 h 1027592"/>
              <a:gd name="connsiteX1" fmla="*/ 513796 w 1027591"/>
              <a:gd name="connsiteY1" fmla="*/ 1027592 h 1027592"/>
              <a:gd name="connsiteX2" fmla="*/ 0 w 1027591"/>
              <a:gd name="connsiteY2" fmla="*/ 513796 h 1027592"/>
              <a:gd name="connsiteX3" fmla="*/ 513796 w 1027591"/>
              <a:gd name="connsiteY3" fmla="*/ 0 h 1027592"/>
              <a:gd name="connsiteX4" fmla="*/ 1027592 w 1027591"/>
              <a:gd name="connsiteY4" fmla="*/ 513796 h 1027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7591" h="1027592">
                <a:moveTo>
                  <a:pt x="1027592" y="513796"/>
                </a:moveTo>
                <a:cubicBezTo>
                  <a:pt x="1027592" y="797558"/>
                  <a:pt x="797558" y="1027592"/>
                  <a:pt x="513796" y="1027592"/>
                </a:cubicBezTo>
                <a:cubicBezTo>
                  <a:pt x="230034" y="1027592"/>
                  <a:pt x="0" y="797558"/>
                  <a:pt x="0" y="513796"/>
                </a:cubicBezTo>
                <a:cubicBezTo>
                  <a:pt x="0" y="230034"/>
                  <a:pt x="230034" y="0"/>
                  <a:pt x="513796" y="0"/>
                </a:cubicBezTo>
                <a:cubicBezTo>
                  <a:pt x="797558" y="0"/>
                  <a:pt x="1027592" y="230034"/>
                  <a:pt x="1027592" y="513796"/>
                </a:cubicBezTo>
                <a:close/>
              </a:path>
            </a:pathLst>
          </a:custGeom>
          <a:solidFill>
            <a:schemeClr val="accent3"/>
          </a:solidFill>
          <a:ln w="1671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2704FE-92D5-662B-3973-A2CA6F941376}"/>
              </a:ext>
            </a:extLst>
          </p:cNvPr>
          <p:cNvSpPr/>
          <p:nvPr/>
        </p:nvSpPr>
        <p:spPr>
          <a:xfrm>
            <a:off x="6500798" y="3212234"/>
            <a:ext cx="1027591" cy="1027592"/>
          </a:xfrm>
          <a:custGeom>
            <a:avLst/>
            <a:gdLst>
              <a:gd name="connsiteX0" fmla="*/ 1027592 w 1027591"/>
              <a:gd name="connsiteY0" fmla="*/ 513796 h 1027592"/>
              <a:gd name="connsiteX1" fmla="*/ 513796 w 1027591"/>
              <a:gd name="connsiteY1" fmla="*/ 1027592 h 1027592"/>
              <a:gd name="connsiteX2" fmla="*/ 0 w 1027591"/>
              <a:gd name="connsiteY2" fmla="*/ 513796 h 1027592"/>
              <a:gd name="connsiteX3" fmla="*/ 513796 w 1027591"/>
              <a:gd name="connsiteY3" fmla="*/ 0 h 1027592"/>
              <a:gd name="connsiteX4" fmla="*/ 1027592 w 1027591"/>
              <a:gd name="connsiteY4" fmla="*/ 513796 h 1027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7591" h="1027592">
                <a:moveTo>
                  <a:pt x="1027592" y="513796"/>
                </a:moveTo>
                <a:cubicBezTo>
                  <a:pt x="1027592" y="797558"/>
                  <a:pt x="797558" y="1027592"/>
                  <a:pt x="513796" y="1027592"/>
                </a:cubicBezTo>
                <a:cubicBezTo>
                  <a:pt x="230034" y="1027592"/>
                  <a:pt x="0" y="797558"/>
                  <a:pt x="0" y="513796"/>
                </a:cubicBezTo>
                <a:cubicBezTo>
                  <a:pt x="0" y="230034"/>
                  <a:pt x="230034" y="0"/>
                  <a:pt x="513796" y="0"/>
                </a:cubicBezTo>
                <a:cubicBezTo>
                  <a:pt x="797558" y="0"/>
                  <a:pt x="1027592" y="230034"/>
                  <a:pt x="1027592" y="513796"/>
                </a:cubicBezTo>
                <a:close/>
              </a:path>
            </a:pathLst>
          </a:custGeom>
          <a:solidFill>
            <a:schemeClr val="accent4"/>
          </a:solidFill>
          <a:ln w="1671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AEEA394-14EE-1BA7-5EB0-56B0188DF1E9}"/>
              </a:ext>
            </a:extLst>
          </p:cNvPr>
          <p:cNvSpPr/>
          <p:nvPr/>
        </p:nvSpPr>
        <p:spPr>
          <a:xfrm>
            <a:off x="8341161" y="3212234"/>
            <a:ext cx="1027591" cy="1027592"/>
          </a:xfrm>
          <a:custGeom>
            <a:avLst/>
            <a:gdLst>
              <a:gd name="connsiteX0" fmla="*/ 1027592 w 1027591"/>
              <a:gd name="connsiteY0" fmla="*/ 513796 h 1027592"/>
              <a:gd name="connsiteX1" fmla="*/ 513796 w 1027591"/>
              <a:gd name="connsiteY1" fmla="*/ 1027592 h 1027592"/>
              <a:gd name="connsiteX2" fmla="*/ 0 w 1027591"/>
              <a:gd name="connsiteY2" fmla="*/ 513796 h 1027592"/>
              <a:gd name="connsiteX3" fmla="*/ 513796 w 1027591"/>
              <a:gd name="connsiteY3" fmla="*/ 0 h 1027592"/>
              <a:gd name="connsiteX4" fmla="*/ 1027592 w 1027591"/>
              <a:gd name="connsiteY4" fmla="*/ 513796 h 1027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7591" h="1027592">
                <a:moveTo>
                  <a:pt x="1027592" y="513796"/>
                </a:moveTo>
                <a:cubicBezTo>
                  <a:pt x="1027592" y="797558"/>
                  <a:pt x="797558" y="1027592"/>
                  <a:pt x="513796" y="1027592"/>
                </a:cubicBezTo>
                <a:cubicBezTo>
                  <a:pt x="230034" y="1027592"/>
                  <a:pt x="0" y="797558"/>
                  <a:pt x="0" y="513796"/>
                </a:cubicBezTo>
                <a:cubicBezTo>
                  <a:pt x="0" y="230034"/>
                  <a:pt x="230034" y="0"/>
                  <a:pt x="513796" y="0"/>
                </a:cubicBezTo>
                <a:cubicBezTo>
                  <a:pt x="797558" y="0"/>
                  <a:pt x="1027592" y="230034"/>
                  <a:pt x="1027592" y="513796"/>
                </a:cubicBezTo>
                <a:close/>
              </a:path>
            </a:pathLst>
          </a:custGeom>
          <a:solidFill>
            <a:schemeClr val="accent5"/>
          </a:solidFill>
          <a:ln w="16717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42E04B2-4676-85D6-3B67-07D52AE28EA0}"/>
              </a:ext>
            </a:extLst>
          </p:cNvPr>
          <p:cNvSpPr/>
          <p:nvPr/>
        </p:nvSpPr>
        <p:spPr>
          <a:xfrm>
            <a:off x="2413686" y="2805849"/>
            <a:ext cx="7361452" cy="1840363"/>
          </a:xfrm>
          <a:custGeom>
            <a:avLst/>
            <a:gdLst>
              <a:gd name="connsiteX0" fmla="*/ 7361453 w 7361452"/>
              <a:gd name="connsiteY0" fmla="*/ 364559 h 1840363"/>
              <a:gd name="connsiteX1" fmla="*/ 7361453 w 7361452"/>
              <a:gd name="connsiteY1" fmla="*/ 920182 h 1840363"/>
              <a:gd name="connsiteX2" fmla="*/ 6441271 w 7361452"/>
              <a:gd name="connsiteY2" fmla="*/ 1840363 h 1840363"/>
              <a:gd name="connsiteX3" fmla="*/ 5521090 w 7361452"/>
              <a:gd name="connsiteY3" fmla="*/ 920182 h 1840363"/>
              <a:gd name="connsiteX4" fmla="*/ 4600908 w 7361452"/>
              <a:gd name="connsiteY4" fmla="*/ 0 h 1840363"/>
              <a:gd name="connsiteX5" fmla="*/ 3680726 w 7361452"/>
              <a:gd name="connsiteY5" fmla="*/ 920182 h 1840363"/>
              <a:gd name="connsiteX6" fmla="*/ 2760545 w 7361452"/>
              <a:gd name="connsiteY6" fmla="*/ 1840363 h 1840363"/>
              <a:gd name="connsiteX7" fmla="*/ 1840363 w 7361452"/>
              <a:gd name="connsiteY7" fmla="*/ 920182 h 1840363"/>
              <a:gd name="connsiteX8" fmla="*/ 920182 w 7361452"/>
              <a:gd name="connsiteY8" fmla="*/ 0 h 1840363"/>
              <a:gd name="connsiteX9" fmla="*/ 0 w 7361452"/>
              <a:gd name="connsiteY9" fmla="*/ 920182 h 1840363"/>
              <a:gd name="connsiteX10" fmla="*/ 0 w 7361452"/>
              <a:gd name="connsiteY10" fmla="*/ 1433978 h 1840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361452" h="1840363">
                <a:moveTo>
                  <a:pt x="7361453" y="364559"/>
                </a:moveTo>
                <a:lnTo>
                  <a:pt x="7361453" y="920182"/>
                </a:lnTo>
                <a:cubicBezTo>
                  <a:pt x="7361453" y="1428457"/>
                  <a:pt x="6949546" y="1840363"/>
                  <a:pt x="6441271" y="1840363"/>
                </a:cubicBezTo>
                <a:cubicBezTo>
                  <a:pt x="5932996" y="1840363"/>
                  <a:pt x="5521090" y="1428457"/>
                  <a:pt x="5521090" y="920182"/>
                </a:cubicBezTo>
                <a:cubicBezTo>
                  <a:pt x="5521090" y="411907"/>
                  <a:pt x="5109183" y="0"/>
                  <a:pt x="4600908" y="0"/>
                </a:cubicBezTo>
                <a:cubicBezTo>
                  <a:pt x="4092633" y="0"/>
                  <a:pt x="3680726" y="411907"/>
                  <a:pt x="3680726" y="920182"/>
                </a:cubicBezTo>
                <a:cubicBezTo>
                  <a:pt x="3680726" y="1428457"/>
                  <a:pt x="3268820" y="1840363"/>
                  <a:pt x="2760545" y="1840363"/>
                </a:cubicBezTo>
                <a:cubicBezTo>
                  <a:pt x="2252270" y="1840363"/>
                  <a:pt x="1840363" y="1428457"/>
                  <a:pt x="1840363" y="920182"/>
                </a:cubicBezTo>
                <a:cubicBezTo>
                  <a:pt x="1840363" y="411907"/>
                  <a:pt x="1428456" y="0"/>
                  <a:pt x="920182" y="0"/>
                </a:cubicBezTo>
                <a:cubicBezTo>
                  <a:pt x="411907" y="0"/>
                  <a:pt x="0" y="411907"/>
                  <a:pt x="0" y="920182"/>
                </a:cubicBezTo>
                <a:lnTo>
                  <a:pt x="0" y="1433978"/>
                </a:lnTo>
              </a:path>
            </a:pathLst>
          </a:custGeom>
          <a:noFill/>
          <a:ln w="50800" cap="rnd">
            <a:solidFill>
              <a:schemeClr val="bg1">
                <a:lumMod val="85000"/>
              </a:schemeClr>
            </a:solidFill>
            <a:prstDash val="sysDot"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A6A7790D-2A24-16E7-A590-F5C3D08E7D4F}"/>
              </a:ext>
            </a:extLst>
          </p:cNvPr>
          <p:cNvSpPr/>
          <p:nvPr/>
        </p:nvSpPr>
        <p:spPr>
          <a:xfrm rot="10800000">
            <a:off x="3208638" y="4347707"/>
            <a:ext cx="250456" cy="21591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6DB99192-9C72-6BF6-E65C-845AEBE6781F}"/>
              </a:ext>
            </a:extLst>
          </p:cNvPr>
          <p:cNvSpPr/>
          <p:nvPr/>
        </p:nvSpPr>
        <p:spPr>
          <a:xfrm rot="10800000">
            <a:off x="6898896" y="4347707"/>
            <a:ext cx="250456" cy="21591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0458B362-C3C6-FFA3-8CD1-E4B2945C8D3A}"/>
              </a:ext>
            </a:extLst>
          </p:cNvPr>
          <p:cNvSpPr/>
          <p:nvPr/>
        </p:nvSpPr>
        <p:spPr>
          <a:xfrm>
            <a:off x="5049002" y="2910792"/>
            <a:ext cx="250456" cy="21591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183A5C3-12F0-8EE0-767E-BF59D7EFADE5}"/>
              </a:ext>
            </a:extLst>
          </p:cNvPr>
          <p:cNvSpPr/>
          <p:nvPr/>
        </p:nvSpPr>
        <p:spPr>
          <a:xfrm>
            <a:off x="8729728" y="2910792"/>
            <a:ext cx="250456" cy="215910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C55857-56C6-B97D-DA00-2B20E0037BB6}"/>
              </a:ext>
            </a:extLst>
          </p:cNvPr>
          <p:cNvSpPr txBox="1"/>
          <p:nvPr/>
        </p:nvSpPr>
        <p:spPr>
          <a:xfrm>
            <a:off x="2977472" y="3419823"/>
            <a:ext cx="712786" cy="61241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BC01C6-A012-2D8B-10B7-8C8B7E865AFE}"/>
              </a:ext>
            </a:extLst>
          </p:cNvPr>
          <p:cNvSpPr txBox="1"/>
          <p:nvPr/>
        </p:nvSpPr>
        <p:spPr>
          <a:xfrm>
            <a:off x="4795386" y="3419823"/>
            <a:ext cx="712786" cy="61241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FEAACF-9B06-7FA0-1D74-C3199328A795}"/>
              </a:ext>
            </a:extLst>
          </p:cNvPr>
          <p:cNvSpPr txBox="1"/>
          <p:nvPr/>
        </p:nvSpPr>
        <p:spPr>
          <a:xfrm>
            <a:off x="6667728" y="3419823"/>
            <a:ext cx="712786" cy="61241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EF8436-921E-3927-3FC9-3646D8A98D47}"/>
              </a:ext>
            </a:extLst>
          </p:cNvPr>
          <p:cNvSpPr txBox="1"/>
          <p:nvPr/>
        </p:nvSpPr>
        <p:spPr>
          <a:xfrm>
            <a:off x="8474757" y="3419823"/>
            <a:ext cx="712786" cy="61241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04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CFB8C9B-4363-91BA-7ACB-4651712B1E1F}"/>
              </a:ext>
            </a:extLst>
          </p:cNvPr>
          <p:cNvGrpSpPr/>
          <p:nvPr/>
        </p:nvGrpSpPr>
        <p:grpSpPr>
          <a:xfrm>
            <a:off x="2313446" y="4749484"/>
            <a:ext cx="2040841" cy="1330620"/>
            <a:chOff x="2313446" y="4749484"/>
            <a:chExt cx="2040841" cy="1330620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968D22F2-AC29-382B-D306-8B74CCC81ABC}"/>
                </a:ext>
              </a:extLst>
            </p:cNvPr>
            <p:cNvSpPr/>
            <p:nvPr/>
          </p:nvSpPr>
          <p:spPr>
            <a:xfrm>
              <a:off x="2313449" y="4749484"/>
              <a:ext cx="2040838" cy="41465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E70DB8B-EFDB-CAA6-4F1B-9CC0ECA601B5}"/>
                </a:ext>
              </a:extLst>
            </p:cNvPr>
            <p:cNvSpPr txBox="1"/>
            <p:nvPr/>
          </p:nvSpPr>
          <p:spPr>
            <a:xfrm flipH="1">
              <a:off x="2313446" y="5369024"/>
              <a:ext cx="2040837" cy="7110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This is a sample text. Insert your desired text here. 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49170A5-A892-F691-0DCE-A7D94AECB1B2}"/>
                </a:ext>
              </a:extLst>
            </p:cNvPr>
            <p:cNvSpPr txBox="1"/>
            <p:nvPr/>
          </p:nvSpPr>
          <p:spPr>
            <a:xfrm flipH="1">
              <a:off x="2438627" y="4825211"/>
              <a:ext cx="1790472" cy="2631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accent2"/>
                  </a:solidFill>
                </a:rPr>
                <a:t>Placeholder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538F7E7-A4A3-628F-5BBB-116A12CFB36C}"/>
              </a:ext>
            </a:extLst>
          </p:cNvPr>
          <p:cNvGrpSpPr/>
          <p:nvPr/>
        </p:nvGrpSpPr>
        <p:grpSpPr>
          <a:xfrm>
            <a:off x="6009959" y="4749484"/>
            <a:ext cx="2040841" cy="1330620"/>
            <a:chOff x="2313446" y="4749484"/>
            <a:chExt cx="2040841" cy="133062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9AB70F99-2D0E-00FF-B2E2-E8273AC61E43}"/>
                </a:ext>
              </a:extLst>
            </p:cNvPr>
            <p:cNvSpPr/>
            <p:nvPr/>
          </p:nvSpPr>
          <p:spPr>
            <a:xfrm>
              <a:off x="2313449" y="4749484"/>
              <a:ext cx="2040838" cy="414651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ADDDDB0-2AF8-7B0C-00D0-F293B598ABE8}"/>
                </a:ext>
              </a:extLst>
            </p:cNvPr>
            <p:cNvSpPr txBox="1"/>
            <p:nvPr/>
          </p:nvSpPr>
          <p:spPr>
            <a:xfrm flipH="1">
              <a:off x="2313446" y="5369024"/>
              <a:ext cx="2040837" cy="7110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This is a sample text. Insert your desired text here. 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A9F1D81-085B-02E8-A58B-C410B3D54B3D}"/>
                </a:ext>
              </a:extLst>
            </p:cNvPr>
            <p:cNvSpPr txBox="1"/>
            <p:nvPr/>
          </p:nvSpPr>
          <p:spPr>
            <a:xfrm flipH="1">
              <a:off x="2438627" y="4825211"/>
              <a:ext cx="1790472" cy="2631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accent3"/>
                  </a:solidFill>
                </a:rPr>
                <a:t>Placeholder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4CF7241-ED8F-0811-16EC-DD1D1A0560D5}"/>
              </a:ext>
            </a:extLst>
          </p:cNvPr>
          <p:cNvGrpSpPr/>
          <p:nvPr/>
        </p:nvGrpSpPr>
        <p:grpSpPr>
          <a:xfrm>
            <a:off x="4279037" y="1320099"/>
            <a:ext cx="2040841" cy="1330620"/>
            <a:chOff x="2313446" y="4749484"/>
            <a:chExt cx="2040841" cy="1330620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5102DC2-7A20-E85D-E2F3-D02CC550917B}"/>
                </a:ext>
              </a:extLst>
            </p:cNvPr>
            <p:cNvSpPr/>
            <p:nvPr/>
          </p:nvSpPr>
          <p:spPr>
            <a:xfrm>
              <a:off x="2313449" y="4749484"/>
              <a:ext cx="2040838" cy="414651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BA32B6D-37EE-1463-9513-C3A690F726F8}"/>
                </a:ext>
              </a:extLst>
            </p:cNvPr>
            <p:cNvSpPr txBox="1"/>
            <p:nvPr/>
          </p:nvSpPr>
          <p:spPr>
            <a:xfrm flipH="1">
              <a:off x="2313446" y="5369024"/>
              <a:ext cx="2040837" cy="7110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This is a sample text. Insert your desired text here. 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0F7CF64-C781-6B35-D42A-CFE1814DDBDB}"/>
                </a:ext>
              </a:extLst>
            </p:cNvPr>
            <p:cNvSpPr txBox="1"/>
            <p:nvPr/>
          </p:nvSpPr>
          <p:spPr>
            <a:xfrm flipH="1">
              <a:off x="2438627" y="4825211"/>
              <a:ext cx="1790472" cy="2631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accent3"/>
                  </a:solidFill>
                </a:rPr>
                <a:t>Placeholder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2FFC433-7928-A260-83FB-9851D8F71D29}"/>
              </a:ext>
            </a:extLst>
          </p:cNvPr>
          <p:cNvGrpSpPr/>
          <p:nvPr/>
        </p:nvGrpSpPr>
        <p:grpSpPr>
          <a:xfrm>
            <a:off x="7829031" y="1412897"/>
            <a:ext cx="2040841" cy="1330620"/>
            <a:chOff x="2313446" y="4749484"/>
            <a:chExt cx="2040841" cy="133062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0D16C3B3-DA2A-9B76-E6B8-6221FEAC8190}"/>
                </a:ext>
              </a:extLst>
            </p:cNvPr>
            <p:cNvSpPr/>
            <p:nvPr/>
          </p:nvSpPr>
          <p:spPr>
            <a:xfrm>
              <a:off x="2313449" y="4749484"/>
              <a:ext cx="2040838" cy="414651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1065572-88DC-471B-9D2D-47155C1161B8}"/>
                </a:ext>
              </a:extLst>
            </p:cNvPr>
            <p:cNvSpPr txBox="1"/>
            <p:nvPr/>
          </p:nvSpPr>
          <p:spPr>
            <a:xfrm flipH="1">
              <a:off x="2313446" y="5369024"/>
              <a:ext cx="2040837" cy="7110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This is a sample text. Insert your desired text here. 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79875B2-F24F-5AB3-B1E9-D76857B86D86}"/>
                </a:ext>
              </a:extLst>
            </p:cNvPr>
            <p:cNvSpPr txBox="1"/>
            <p:nvPr/>
          </p:nvSpPr>
          <p:spPr>
            <a:xfrm flipH="1">
              <a:off x="2438627" y="4825211"/>
              <a:ext cx="1790472" cy="2631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accent5"/>
                  </a:solidFill>
                </a:rPr>
                <a:t>Placeholder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3F0E84-B57A-5919-A475-1F1F386B5DBE}"/>
              </a:ext>
            </a:extLst>
          </p:cNvPr>
          <p:cNvGrpSpPr/>
          <p:nvPr/>
        </p:nvGrpSpPr>
        <p:grpSpPr>
          <a:xfrm>
            <a:off x="609441" y="4027066"/>
            <a:ext cx="1588523" cy="414651"/>
            <a:chOff x="7981434" y="1565297"/>
            <a:chExt cx="2040838" cy="414651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03A428AC-4CA9-FD31-4D20-1B6FE1409E60}"/>
                </a:ext>
              </a:extLst>
            </p:cNvPr>
            <p:cNvSpPr/>
            <p:nvPr/>
          </p:nvSpPr>
          <p:spPr>
            <a:xfrm>
              <a:off x="7981434" y="1565297"/>
              <a:ext cx="2040838" cy="41465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5A3BE43-BD83-B50D-70D8-0DFF55D6769D}"/>
                </a:ext>
              </a:extLst>
            </p:cNvPr>
            <p:cNvSpPr txBox="1"/>
            <p:nvPr/>
          </p:nvSpPr>
          <p:spPr>
            <a:xfrm flipH="1">
              <a:off x="8106612" y="1641024"/>
              <a:ext cx="1790472" cy="2631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START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D1FCD56-5F73-4F7B-1CA7-161DFD07492A}"/>
              </a:ext>
            </a:extLst>
          </p:cNvPr>
          <p:cNvGrpSpPr/>
          <p:nvPr/>
        </p:nvGrpSpPr>
        <p:grpSpPr>
          <a:xfrm>
            <a:off x="9990861" y="2965506"/>
            <a:ext cx="1588523" cy="414651"/>
            <a:chOff x="7981434" y="1565297"/>
            <a:chExt cx="2040838" cy="414651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02CA8809-56AC-8796-75DA-F7D3D174FEF0}"/>
                </a:ext>
              </a:extLst>
            </p:cNvPr>
            <p:cNvSpPr/>
            <p:nvPr/>
          </p:nvSpPr>
          <p:spPr>
            <a:xfrm>
              <a:off x="7981434" y="1565297"/>
              <a:ext cx="2040838" cy="41465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389682F-5AAE-00AD-B80B-B57ED5ECB71A}"/>
                </a:ext>
              </a:extLst>
            </p:cNvPr>
            <p:cNvSpPr txBox="1"/>
            <p:nvPr/>
          </p:nvSpPr>
          <p:spPr>
            <a:xfrm flipH="1">
              <a:off x="8106612" y="1641024"/>
              <a:ext cx="1790472" cy="2631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END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029B591-4DBF-15B9-E638-1DF04E494BB3}"/>
              </a:ext>
            </a:extLst>
          </p:cNvPr>
          <p:cNvSpPr txBox="1"/>
          <p:nvPr/>
        </p:nvSpPr>
        <p:spPr>
          <a:xfrm flipH="1">
            <a:off x="10148862" y="4079051"/>
            <a:ext cx="1310320" cy="851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 can edit this text here.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91DCBB-BB88-9E29-6AF7-4F50AC16FB80}"/>
              </a:ext>
            </a:extLst>
          </p:cNvPr>
          <p:cNvSpPr txBox="1"/>
          <p:nvPr/>
        </p:nvSpPr>
        <p:spPr>
          <a:xfrm flipH="1">
            <a:off x="751943" y="2115183"/>
            <a:ext cx="1310320" cy="11087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You can edit this text here.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7F11FD1-AB66-C853-5D42-FFCD81FB50DA}"/>
              </a:ext>
            </a:extLst>
          </p:cNvPr>
          <p:cNvCxnSpPr>
            <a:cxnSpLocks/>
          </p:cNvCxnSpPr>
          <p:nvPr/>
        </p:nvCxnSpPr>
        <p:spPr>
          <a:xfrm>
            <a:off x="1407103" y="3413456"/>
            <a:ext cx="0" cy="428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5FA80B1-8BB6-FEFE-5DEF-93A1BC99451B}"/>
              </a:ext>
            </a:extLst>
          </p:cNvPr>
          <p:cNvCxnSpPr>
            <a:cxnSpLocks/>
          </p:cNvCxnSpPr>
          <p:nvPr/>
        </p:nvCxnSpPr>
        <p:spPr>
          <a:xfrm>
            <a:off x="10785122" y="3501008"/>
            <a:ext cx="0" cy="428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175" y="1787"/>
            <a:ext cx="12182477" cy="686622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317">
              <a:defRPr/>
            </a:pPr>
            <a:endParaRPr lang="es-UY" sz="2398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Up Ribbon 19"/>
          <p:cNvSpPr/>
          <p:nvPr/>
        </p:nvSpPr>
        <p:spPr>
          <a:xfrm>
            <a:off x="6169988" y="1842319"/>
            <a:ext cx="5586781" cy="1367866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317">
              <a:defRPr/>
            </a:pPr>
            <a:endParaRPr lang="es-UY" sz="2398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4942" y="4650095"/>
            <a:ext cx="2837604" cy="609124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317">
              <a:defRPr/>
            </a:pPr>
            <a:r>
              <a:rPr lang="en-US" sz="2398" b="1" dirty="0">
                <a:solidFill>
                  <a:prstClr val="white"/>
                </a:solidFill>
                <a:latin typeface="Calibri"/>
              </a:rPr>
              <a:t>SUBSCRIBE NOW</a:t>
            </a:r>
            <a:endParaRPr lang="es-UY" sz="2398" b="1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061" y="763392"/>
            <a:ext cx="2789664" cy="52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5237" y="4034527"/>
            <a:ext cx="1843235" cy="742371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68" tIns="45684" rIns="91368" bIns="45684" numCol="1" anchor="t" anchorCtr="0" compatLnSpc="1">
            <a:prstTxWarp prst="textNoShape">
              <a:avLst/>
            </a:prstTxWarp>
          </a:bodyPr>
          <a:lstStyle/>
          <a:p>
            <a:pPr defTabSz="1218317">
              <a:defRPr/>
            </a:pPr>
            <a:endParaRPr lang="en-US" sz="239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52231" y="2004907"/>
            <a:ext cx="3622303" cy="8306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1218317">
              <a:defRPr/>
            </a:pPr>
            <a:r>
              <a:rPr lang="en-US" sz="1600" dirty="0">
                <a:solidFill>
                  <a:prstClr val="white"/>
                </a:solidFill>
              </a:rPr>
              <a:t>Coupon Code:</a:t>
            </a:r>
          </a:p>
          <a:p>
            <a:pPr defTabSz="1218317">
              <a:defRPr/>
            </a:pPr>
            <a:r>
              <a:rPr lang="en-US" sz="3198" b="1" dirty="0">
                <a:solidFill>
                  <a:prstClr val="white"/>
                </a:solidFill>
              </a:rPr>
              <a:t>FREEBUNDLE15</a:t>
            </a:r>
            <a:endParaRPr lang="es-UY" sz="2398" b="1" dirty="0">
              <a:solidFill>
                <a:prstClr val="whit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0742" y="1372770"/>
            <a:ext cx="5025274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defTabSz="1218317">
              <a:defRPr/>
            </a:pPr>
            <a:r>
              <a:rPr lang="en-US" sz="1600" dirty="0">
                <a:solidFill>
                  <a:prstClr val="white"/>
                </a:solidFill>
              </a:rPr>
              <a:t>Get </a:t>
            </a:r>
            <a:r>
              <a:rPr lang="en-US" sz="1600" b="1" dirty="0">
                <a:solidFill>
                  <a:prstClr val="white"/>
                </a:solidFill>
              </a:rPr>
              <a:t>15% discount</a:t>
            </a:r>
            <a:r>
              <a:rPr lang="en-US" sz="1600" dirty="0">
                <a:solidFill>
                  <a:prstClr val="white"/>
                </a:solidFill>
              </a:rPr>
              <a:t> from regular price</a:t>
            </a:r>
            <a:endParaRPr lang="es-UY" sz="1600" dirty="0">
              <a:solidFill>
                <a:prstClr val="white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6818" y="3362319"/>
            <a:ext cx="415311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1218317">
              <a:defRPr/>
            </a:pPr>
            <a:r>
              <a:rPr lang="en-US" sz="1600" dirty="0">
                <a:solidFill>
                  <a:prstClr val="white"/>
                </a:solidFill>
              </a:rPr>
              <a:t>Apply this coupon code during sign up</a:t>
            </a:r>
            <a:endParaRPr lang="es-UY" sz="1600" dirty="0">
              <a:solidFill>
                <a:prstClr val="white"/>
              </a:solidFill>
            </a:endParaRP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831777" y="710489"/>
            <a:ext cx="4321169" cy="3576042"/>
            <a:chOff x="507" y="1182"/>
            <a:chExt cx="3091" cy="2558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algn="ctr" defTabSz="1218317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algn="ctr" defTabSz="1218317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algn="ctr" defTabSz="1218317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algn="ctr" defTabSz="1218317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670" y="1338"/>
              <a:ext cx="2718" cy="1552"/>
            </a:xfrm>
            <a:custGeom>
              <a:avLst/>
              <a:gdLst>
                <a:gd name="T0" fmla="*/ 2776 w 2780"/>
                <a:gd name="T1" fmla="*/ 0 h 1588"/>
                <a:gd name="T2" fmla="*/ 4 w 2780"/>
                <a:gd name="T3" fmla="*/ 0 h 1588"/>
                <a:gd name="T4" fmla="*/ 0 w 2780"/>
                <a:gd name="T5" fmla="*/ 4 h 1588"/>
                <a:gd name="T6" fmla="*/ 0 w 2780"/>
                <a:gd name="T7" fmla="*/ 1583 h 1588"/>
                <a:gd name="T8" fmla="*/ 4 w 2780"/>
                <a:gd name="T9" fmla="*/ 1588 h 1588"/>
                <a:gd name="T10" fmla="*/ 2776 w 2780"/>
                <a:gd name="T11" fmla="*/ 1588 h 1588"/>
                <a:gd name="T12" fmla="*/ 2780 w 2780"/>
                <a:gd name="T13" fmla="*/ 1583 h 1588"/>
                <a:gd name="T14" fmla="*/ 2780 w 2780"/>
                <a:gd name="T15" fmla="*/ 4 h 1588"/>
                <a:gd name="T16" fmla="*/ 2776 w 2780"/>
                <a:gd name="T17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80" h="1588">
                  <a:moveTo>
                    <a:pt x="277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583"/>
                    <a:pt x="0" y="1583"/>
                    <a:pt x="0" y="1583"/>
                  </a:cubicBezTo>
                  <a:cubicBezTo>
                    <a:pt x="0" y="1586"/>
                    <a:pt x="2" y="1588"/>
                    <a:pt x="4" y="1588"/>
                  </a:cubicBezTo>
                  <a:cubicBezTo>
                    <a:pt x="2776" y="1588"/>
                    <a:pt x="2776" y="1588"/>
                    <a:pt x="2776" y="1588"/>
                  </a:cubicBezTo>
                  <a:cubicBezTo>
                    <a:pt x="2778" y="1588"/>
                    <a:pt x="2780" y="1586"/>
                    <a:pt x="2780" y="1583"/>
                  </a:cubicBezTo>
                  <a:cubicBezTo>
                    <a:pt x="2780" y="4"/>
                    <a:pt x="2780" y="4"/>
                    <a:pt x="2780" y="4"/>
                  </a:cubicBezTo>
                  <a:cubicBezTo>
                    <a:pt x="2780" y="2"/>
                    <a:pt x="2778" y="0"/>
                    <a:pt x="277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algn="ctr" defTabSz="1218317">
                <a:defRPr/>
              </a:pPr>
              <a:endPara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1218317">
                <a:defRPr/>
              </a:pPr>
              <a:endParaRPr lang="en-US" sz="1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1218317">
                <a:defRPr/>
              </a:pPr>
              <a:endParaRPr lang="en-US" sz="1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1218317">
                <a:defRPr/>
              </a:pPr>
              <a:endParaRPr lang="en-US" sz="1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1218317">
                <a:defRPr/>
              </a:pPr>
              <a:endParaRPr lang="en-US" sz="1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1218317">
                <a:defRPr/>
              </a:pPr>
              <a:r>
                <a:rPr lang="en-US" sz="12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 Your Screenshot</a:t>
              </a:r>
            </a:p>
            <a:p>
              <a:pPr algn="ctr" defTabSz="1218317">
                <a:defRPr/>
              </a:pPr>
              <a:r>
                <a:rPr lang="en-US" sz="12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</a:p>
            <a:p>
              <a:pPr algn="ctr" defTabSz="1218317">
                <a:defRPr/>
              </a:pPr>
              <a:endPara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algn="ctr" defTabSz="1218317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algn="ctr" defTabSz="1218317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68" tIns="45684" rIns="91368" bIns="45684" numCol="1" anchor="t" anchorCtr="0" compatLnSpc="1">
              <a:prstTxWarp prst="textNoShape">
                <a:avLst/>
              </a:prstTxWarp>
            </a:bodyPr>
            <a:lstStyle/>
            <a:p>
              <a:pPr algn="ctr" defTabSz="1218317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7617620" y="5342419"/>
            <a:ext cx="2547206" cy="303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317">
              <a:defRPr/>
            </a:pPr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8553" y="4850540"/>
            <a:ext cx="4718096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770" indent="-169770" defTabSz="1218317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white"/>
                </a:solidFill>
                <a:latin typeface="Calibri"/>
              </a:rPr>
              <a:t>Easy to use</a:t>
            </a:r>
          </a:p>
          <a:p>
            <a:pPr marL="169770" indent="-169770" defTabSz="1218317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white"/>
                </a:solidFill>
                <a:latin typeface="Calibri"/>
              </a:rPr>
              <a:t>Fully customizable</a:t>
            </a:r>
          </a:p>
          <a:p>
            <a:pPr marL="169770" indent="-169770" defTabSz="1218317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white"/>
                </a:solidFill>
                <a:latin typeface="Calibri"/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8556" y="4468474"/>
            <a:ext cx="5912189" cy="369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317">
              <a:defRPr/>
            </a:pPr>
            <a:r>
              <a:rPr lang="en-US" sz="1798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6121899"/>
            <a:ext cx="12182477" cy="6753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F46375-BE5D-484A-99F8-CE2DC9CF1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647" y="924481"/>
            <a:ext cx="3799722" cy="217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11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7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4A66B4"/>
      </a:accent1>
      <a:accent2>
        <a:srgbClr val="4A81D2"/>
      </a:accent2>
      <a:accent3>
        <a:srgbClr val="4A9DDD"/>
      </a:accent3>
      <a:accent4>
        <a:srgbClr val="4FB2D3"/>
      </a:accent4>
      <a:accent5>
        <a:srgbClr val="3ECFC3"/>
      </a:accent5>
      <a:accent6>
        <a:srgbClr val="23CFA7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SlideModelTheme-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5530</TotalTime>
  <Words>193</Words>
  <Application>Microsoft Office PowerPoint</Application>
  <PresentationFormat>Custom</PresentationFormat>
  <Paragraphs>38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Open Sans</vt:lpstr>
      <vt:lpstr>Segoe UI</vt:lpstr>
      <vt:lpstr>Office Theme</vt:lpstr>
      <vt:lpstr>2_Office Theme</vt:lpstr>
      <vt:lpstr>Curved Process Flow Slide Template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4-Step Flowchart PowerPoint Template</dc:title>
  <dc:creator>Julian</dc:creator>
  <cp:lastModifiedBy>AT</cp:lastModifiedBy>
  <cp:revision>107</cp:revision>
  <dcterms:created xsi:type="dcterms:W3CDTF">2013-09-12T13:05:01Z</dcterms:created>
  <dcterms:modified xsi:type="dcterms:W3CDTF">2025-05-01T06:02:51Z</dcterms:modified>
</cp:coreProperties>
</file>