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7"/>
  </p:notesMasterIdLst>
  <p:sldIdLst>
    <p:sldId id="278" r:id="rId3"/>
    <p:sldId id="282" r:id="rId4"/>
    <p:sldId id="290" r:id="rId5"/>
    <p:sldId id="268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8CB3"/>
    <a:srgbClr val="476891"/>
    <a:srgbClr val="454154"/>
    <a:srgbClr val="844663"/>
    <a:srgbClr val="DA5846"/>
    <a:srgbClr val="F4AA1F"/>
    <a:srgbClr val="54CDC6"/>
    <a:srgbClr val="4EB3CA"/>
    <a:srgbClr val="F5FBFA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200" d="100"/>
          <a:sy n="200" d="100"/>
        </p:scale>
        <p:origin x="-4068" y="-58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4" tIns="45683" rIns="91364" bIns="45683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6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0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24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89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006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013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018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02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03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03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304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204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135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3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60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96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23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7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9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4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006" indent="0">
              <a:buNone/>
              <a:defRPr sz="3698"/>
            </a:lvl2pPr>
            <a:lvl3pPr marL="1218013" indent="0">
              <a:buNone/>
              <a:defRPr sz="3198"/>
            </a:lvl3pPr>
            <a:lvl4pPr marL="1827018" indent="0">
              <a:buNone/>
              <a:defRPr sz="2698"/>
            </a:lvl4pPr>
            <a:lvl5pPr marL="2436024" indent="0">
              <a:buNone/>
              <a:defRPr sz="2698"/>
            </a:lvl5pPr>
            <a:lvl6pPr marL="3045031" indent="0">
              <a:buNone/>
              <a:defRPr sz="2698"/>
            </a:lvl6pPr>
            <a:lvl7pPr marL="3654036" indent="0">
              <a:buNone/>
              <a:defRPr sz="2698"/>
            </a:lvl7pPr>
            <a:lvl8pPr marL="4263041" indent="0">
              <a:buNone/>
              <a:defRPr sz="2698"/>
            </a:lvl8pPr>
            <a:lvl9pPr marL="4872047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3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17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900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3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3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210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8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7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4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5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3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013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54" indent="-456754" algn="l" defTabSz="1218013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635" indent="-380627" algn="l" defTabSz="1218013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51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1522" indent="-304504" algn="l" defTabSz="121801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0527" indent="-304504" algn="l" defTabSz="121801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9532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9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50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3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8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4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3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7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5784-C81F-1C40-F057-11DB2582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A31D-C0DF-3CEE-DC32-9C9C848D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Radial Fan Infographic Slide Template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F1CDC1-EC90-7BAB-F98A-73B7CCA6EE6C}"/>
              </a:ext>
            </a:extLst>
          </p:cNvPr>
          <p:cNvSpPr/>
          <p:nvPr/>
        </p:nvSpPr>
        <p:spPr>
          <a:xfrm rot="20723606">
            <a:off x="3058876" y="1538480"/>
            <a:ext cx="2742686" cy="2674919"/>
          </a:xfrm>
          <a:custGeom>
            <a:avLst/>
            <a:gdLst>
              <a:gd name="connsiteX0" fmla="*/ 1073716 w 2742686"/>
              <a:gd name="connsiteY0" fmla="*/ 0 h 2674919"/>
              <a:gd name="connsiteX1" fmla="*/ 456494 w 2742686"/>
              <a:gd name="connsiteY1" fmla="*/ 504898 h 2674919"/>
              <a:gd name="connsiteX2" fmla="*/ 0 w 2742686"/>
              <a:gd name="connsiteY2" fmla="*/ 1120507 h 2674919"/>
              <a:gd name="connsiteX3" fmla="*/ 2742686 w 2742686"/>
              <a:gd name="connsiteY3" fmla="*/ 2674919 h 2674919"/>
              <a:gd name="connsiteX4" fmla="*/ 1073716 w 2742686"/>
              <a:gd name="connsiteY4" fmla="*/ 0 h 267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2686" h="2674919">
                <a:moveTo>
                  <a:pt x="1073716" y="0"/>
                </a:moveTo>
                <a:cubicBezTo>
                  <a:pt x="852296" y="138388"/>
                  <a:pt x="644528" y="306687"/>
                  <a:pt x="456494" y="504898"/>
                </a:cubicBezTo>
                <a:cubicBezTo>
                  <a:pt x="275907" y="695166"/>
                  <a:pt x="123866" y="902190"/>
                  <a:pt x="0" y="1120507"/>
                </a:cubicBezTo>
                <a:lnTo>
                  <a:pt x="2742686" y="2674919"/>
                </a:lnTo>
                <a:lnTo>
                  <a:pt x="1073716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4594787-14BF-F80B-D33B-4B620D05BFB4}"/>
              </a:ext>
            </a:extLst>
          </p:cNvPr>
          <p:cNvSpPr/>
          <p:nvPr/>
        </p:nvSpPr>
        <p:spPr>
          <a:xfrm rot="20723606">
            <a:off x="2819053" y="2859388"/>
            <a:ext cx="3151768" cy="1384499"/>
          </a:xfrm>
          <a:custGeom>
            <a:avLst/>
            <a:gdLst>
              <a:gd name="connsiteX0" fmla="*/ 319223 w 3151768"/>
              <a:gd name="connsiteY0" fmla="*/ 0 h 1384499"/>
              <a:gd name="connsiteX1" fmla="*/ 0 w 3151768"/>
              <a:gd name="connsiteY1" fmla="*/ 1358807 h 1384499"/>
              <a:gd name="connsiteX2" fmla="*/ 3151768 w 3151768"/>
              <a:gd name="connsiteY2" fmla="*/ 1384499 h 1384499"/>
              <a:gd name="connsiteX3" fmla="*/ 319223 w 3151768"/>
              <a:gd name="connsiteY3" fmla="*/ 0 h 138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768" h="1384499">
                <a:moveTo>
                  <a:pt x="319223" y="0"/>
                </a:moveTo>
                <a:cubicBezTo>
                  <a:pt x="109717" y="428320"/>
                  <a:pt x="3723" y="893502"/>
                  <a:pt x="0" y="1358807"/>
                </a:cubicBezTo>
                <a:lnTo>
                  <a:pt x="3151768" y="1384499"/>
                </a:lnTo>
                <a:lnTo>
                  <a:pt x="319223" y="0"/>
                </a:lnTo>
                <a:close/>
              </a:path>
            </a:pathLst>
          </a:custGeom>
          <a:solidFill>
            <a:schemeClr val="accent6"/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DB76999-8121-0A80-DF56-18D72485FE6A}"/>
              </a:ext>
            </a:extLst>
          </p:cNvPr>
          <p:cNvSpPr/>
          <p:nvPr/>
        </p:nvSpPr>
        <p:spPr>
          <a:xfrm rot="20723606">
            <a:off x="3188941" y="4196498"/>
            <a:ext cx="3147548" cy="1517053"/>
          </a:xfrm>
          <a:custGeom>
            <a:avLst/>
            <a:gdLst>
              <a:gd name="connsiteX0" fmla="*/ 0 w 3147548"/>
              <a:gd name="connsiteY0" fmla="*/ 166314 h 1517053"/>
              <a:gd name="connsiteX1" fmla="*/ 383887 w 3147548"/>
              <a:gd name="connsiteY1" fmla="*/ 1517054 h 1517053"/>
              <a:gd name="connsiteX2" fmla="*/ 3147548 w 3147548"/>
              <a:gd name="connsiteY2" fmla="*/ 0 h 1517053"/>
              <a:gd name="connsiteX3" fmla="*/ 0 w 3147548"/>
              <a:gd name="connsiteY3" fmla="*/ 166314 h 151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7548" h="1517053">
                <a:moveTo>
                  <a:pt x="0" y="166314"/>
                </a:moveTo>
                <a:cubicBezTo>
                  <a:pt x="24575" y="633978"/>
                  <a:pt x="152909" y="1096677"/>
                  <a:pt x="383887" y="1517054"/>
                </a:cubicBezTo>
                <a:lnTo>
                  <a:pt x="3147548" y="0"/>
                </a:lnTo>
                <a:lnTo>
                  <a:pt x="0" y="166314"/>
                </a:lnTo>
                <a:close/>
              </a:path>
            </a:pathLst>
          </a:custGeom>
          <a:solidFill>
            <a:schemeClr val="accent5"/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57DBCE1-45CA-0E52-628A-E56E812D2D5D}"/>
              </a:ext>
            </a:extLst>
          </p:cNvPr>
          <p:cNvSpPr/>
          <p:nvPr/>
        </p:nvSpPr>
        <p:spPr>
          <a:xfrm rot="20723606">
            <a:off x="6217260" y="3404451"/>
            <a:ext cx="3151768" cy="1378789"/>
          </a:xfrm>
          <a:custGeom>
            <a:avLst/>
            <a:gdLst>
              <a:gd name="connsiteX0" fmla="*/ 2835400 w 3151768"/>
              <a:gd name="connsiteY0" fmla="*/ 1378790 h 1378789"/>
              <a:gd name="connsiteX1" fmla="*/ 3151768 w 3151768"/>
              <a:gd name="connsiteY1" fmla="*/ 19238 h 1378789"/>
              <a:gd name="connsiteX2" fmla="*/ 0 w 3151768"/>
              <a:gd name="connsiteY2" fmla="*/ 0 h 1378789"/>
              <a:gd name="connsiteX3" fmla="*/ 2835276 w 3151768"/>
              <a:gd name="connsiteY3" fmla="*/ 1378666 h 137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768" h="1378789">
                <a:moveTo>
                  <a:pt x="2835400" y="1378790"/>
                </a:moveTo>
                <a:cubicBezTo>
                  <a:pt x="3043417" y="950967"/>
                  <a:pt x="3148914" y="485537"/>
                  <a:pt x="3151768" y="19238"/>
                </a:cubicBezTo>
                <a:lnTo>
                  <a:pt x="0" y="0"/>
                </a:lnTo>
                <a:lnTo>
                  <a:pt x="2835276" y="1378666"/>
                </a:lnTo>
                <a:close/>
              </a:path>
            </a:pathLst>
          </a:custGeom>
          <a:solidFill>
            <a:schemeClr val="accent3"/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D82D99-2736-BEEF-96CE-A6F7D4503FB2}"/>
              </a:ext>
            </a:extLst>
          </p:cNvPr>
          <p:cNvSpPr/>
          <p:nvPr/>
        </p:nvSpPr>
        <p:spPr>
          <a:xfrm rot="20723606">
            <a:off x="5851626" y="1929229"/>
            <a:ext cx="3147300" cy="1522762"/>
          </a:xfrm>
          <a:custGeom>
            <a:avLst/>
            <a:gdLst>
              <a:gd name="connsiteX0" fmla="*/ 0 w 3147300"/>
              <a:gd name="connsiteY0" fmla="*/ 1522763 h 1522762"/>
              <a:gd name="connsiteX1" fmla="*/ 3147300 w 3147300"/>
              <a:gd name="connsiteY1" fmla="*/ 1349995 h 1522762"/>
              <a:gd name="connsiteX2" fmla="*/ 2760559 w 3147300"/>
              <a:gd name="connsiteY2" fmla="*/ 0 h 1522762"/>
              <a:gd name="connsiteX3" fmla="*/ 124 w 3147300"/>
              <a:gd name="connsiteY3" fmla="*/ 1522639 h 152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7300" h="1522762">
                <a:moveTo>
                  <a:pt x="0" y="1522763"/>
                </a:moveTo>
                <a:lnTo>
                  <a:pt x="3147300" y="1349995"/>
                </a:lnTo>
                <a:cubicBezTo>
                  <a:pt x="3121857" y="883324"/>
                  <a:pt x="2993026" y="420997"/>
                  <a:pt x="2760559" y="0"/>
                </a:cubicBezTo>
                <a:lnTo>
                  <a:pt x="124" y="1522639"/>
                </a:lnTo>
                <a:close/>
              </a:path>
            </a:pathLst>
          </a:custGeom>
          <a:solidFill>
            <a:schemeClr val="accent4"/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764190C-DB78-02F6-A117-6EE51D114BF1}"/>
              </a:ext>
            </a:extLst>
          </p:cNvPr>
          <p:cNvSpPr/>
          <p:nvPr/>
        </p:nvSpPr>
        <p:spPr>
          <a:xfrm rot="20723606">
            <a:off x="6386792" y="3434846"/>
            <a:ext cx="2746037" cy="2671071"/>
          </a:xfrm>
          <a:custGeom>
            <a:avLst/>
            <a:gdLst>
              <a:gd name="connsiteX0" fmla="*/ 1674431 w 2746037"/>
              <a:gd name="connsiteY0" fmla="*/ 2671072 h 2671071"/>
              <a:gd name="connsiteX1" fmla="*/ 2195961 w 2746037"/>
              <a:gd name="connsiteY1" fmla="*/ 2261245 h 2671071"/>
              <a:gd name="connsiteX2" fmla="*/ 2746038 w 2746037"/>
              <a:gd name="connsiteY2" fmla="*/ 1548703 h 2671071"/>
              <a:gd name="connsiteX3" fmla="*/ 0 w 2746037"/>
              <a:gd name="connsiteY3" fmla="*/ 0 h 2671071"/>
              <a:gd name="connsiteX4" fmla="*/ 1674307 w 2746037"/>
              <a:gd name="connsiteY4" fmla="*/ 2671072 h 267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6037" h="2671071">
                <a:moveTo>
                  <a:pt x="1674431" y="2671072"/>
                </a:moveTo>
                <a:cubicBezTo>
                  <a:pt x="1858617" y="2555397"/>
                  <a:pt x="2033619" y="2418871"/>
                  <a:pt x="2195961" y="2261245"/>
                </a:cubicBezTo>
                <a:cubicBezTo>
                  <a:pt x="2418003" y="2045658"/>
                  <a:pt x="2601196" y="1805248"/>
                  <a:pt x="2746038" y="1548703"/>
                </a:cubicBezTo>
                <a:lnTo>
                  <a:pt x="0" y="0"/>
                </a:lnTo>
                <a:lnTo>
                  <a:pt x="1674307" y="2671072"/>
                </a:lnTo>
                <a:close/>
              </a:path>
            </a:pathLst>
          </a:custGeom>
          <a:solidFill>
            <a:schemeClr val="accent1"/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77" name="Graphic 76" descr="Handshake outline">
            <a:extLst>
              <a:ext uri="{FF2B5EF4-FFF2-40B4-BE49-F238E27FC236}">
                <a16:creationId xmlns:a16="http://schemas.microsoft.com/office/drawing/2014/main" id="{9C681756-8CAE-2B5D-AC70-9022E7330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293" y="4738466"/>
            <a:ext cx="603058" cy="603058"/>
          </a:xfrm>
          <a:prstGeom prst="rect">
            <a:avLst/>
          </a:prstGeom>
        </p:spPr>
      </p:pic>
      <p:pic>
        <p:nvPicPr>
          <p:cNvPr id="79" name="Graphic 78" descr="Hierarchy outline">
            <a:extLst>
              <a:ext uri="{FF2B5EF4-FFF2-40B4-BE49-F238E27FC236}">
                <a16:creationId xmlns:a16="http://schemas.microsoft.com/office/drawing/2014/main" id="{34F4493A-A562-AF32-98D0-67DFB2CC7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3125" y="2207826"/>
            <a:ext cx="603058" cy="603058"/>
          </a:xfrm>
          <a:prstGeom prst="rect">
            <a:avLst/>
          </a:prstGeom>
        </p:spPr>
      </p:pic>
      <p:pic>
        <p:nvPicPr>
          <p:cNvPr id="81" name="Graphic 80" descr="Laptop outline">
            <a:extLst>
              <a:ext uri="{FF2B5EF4-FFF2-40B4-BE49-F238E27FC236}">
                <a16:creationId xmlns:a16="http://schemas.microsoft.com/office/drawing/2014/main" id="{536C6164-586A-93B4-5EC3-C7FD5D914B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8201" y="3403959"/>
            <a:ext cx="603058" cy="603058"/>
          </a:xfrm>
          <a:prstGeom prst="rect">
            <a:avLst/>
          </a:prstGeom>
        </p:spPr>
      </p:pic>
      <p:pic>
        <p:nvPicPr>
          <p:cNvPr id="83" name="Graphic 82" descr="Lights On outline">
            <a:extLst>
              <a:ext uri="{FF2B5EF4-FFF2-40B4-BE49-F238E27FC236}">
                <a16:creationId xmlns:a16="http://schemas.microsoft.com/office/drawing/2014/main" id="{F65FBD47-26C7-E95E-58A6-3078AA0D30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9451" y="2281721"/>
            <a:ext cx="603058" cy="603058"/>
          </a:xfrm>
          <a:prstGeom prst="rect">
            <a:avLst/>
          </a:prstGeom>
        </p:spPr>
      </p:pic>
      <p:pic>
        <p:nvPicPr>
          <p:cNvPr id="91" name="Graphic 90" descr="Signpost outline">
            <a:extLst>
              <a:ext uri="{FF2B5EF4-FFF2-40B4-BE49-F238E27FC236}">
                <a16:creationId xmlns:a16="http://schemas.microsoft.com/office/drawing/2014/main" id="{71161406-0A2F-CF14-58E1-6CD5D79CC7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31559" y="4797869"/>
            <a:ext cx="603058" cy="603058"/>
          </a:xfrm>
          <a:prstGeom prst="rect">
            <a:avLst/>
          </a:prstGeom>
        </p:spPr>
      </p:pic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C89C9B27-3E31-B11D-15F3-3718FE9023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61304" y="3576350"/>
            <a:ext cx="603058" cy="603058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C6A8B219-CEAE-1E30-0149-33E9FB1866E6}"/>
              </a:ext>
            </a:extLst>
          </p:cNvPr>
          <p:cNvSpPr txBox="1"/>
          <p:nvPr/>
        </p:nvSpPr>
        <p:spPr>
          <a:xfrm>
            <a:off x="4134279" y="2663855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5AAD75-C308-01CE-D408-EF95C4DDD220}"/>
              </a:ext>
            </a:extLst>
          </p:cNvPr>
          <p:cNvSpPr txBox="1"/>
          <p:nvPr/>
        </p:nvSpPr>
        <p:spPr>
          <a:xfrm>
            <a:off x="3971607" y="3651188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3A5CF4-70BE-08D0-1F09-57C35A02B15C}"/>
              </a:ext>
            </a:extLst>
          </p:cNvPr>
          <p:cNvSpPr txBox="1"/>
          <p:nvPr/>
        </p:nvSpPr>
        <p:spPr>
          <a:xfrm>
            <a:off x="4203929" y="4462089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FB4720C-AC8D-780D-D47B-0A73F164BD87}"/>
              </a:ext>
            </a:extLst>
          </p:cNvPr>
          <p:cNvSpPr txBox="1"/>
          <p:nvPr/>
        </p:nvSpPr>
        <p:spPr>
          <a:xfrm>
            <a:off x="7439194" y="2695028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851581B-09A7-6A73-9AF3-60E4C57FA36F}"/>
              </a:ext>
            </a:extLst>
          </p:cNvPr>
          <p:cNvSpPr txBox="1"/>
          <p:nvPr/>
        </p:nvSpPr>
        <p:spPr>
          <a:xfrm>
            <a:off x="7706135" y="3517906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05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42EDFE-C56E-7C33-30D0-A47733337CEE}"/>
              </a:ext>
            </a:extLst>
          </p:cNvPr>
          <p:cNvSpPr txBox="1"/>
          <p:nvPr/>
        </p:nvSpPr>
        <p:spPr>
          <a:xfrm>
            <a:off x="7518676" y="4490700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FEF0F088-016F-493C-1816-C74C149CCAFB}"/>
              </a:ext>
            </a:extLst>
          </p:cNvPr>
          <p:cNvSpPr/>
          <p:nvPr/>
        </p:nvSpPr>
        <p:spPr>
          <a:xfrm rot="20723606">
            <a:off x="4773822" y="2535413"/>
            <a:ext cx="2919095" cy="2919094"/>
          </a:xfrm>
          <a:custGeom>
            <a:avLst/>
            <a:gdLst>
              <a:gd name="connsiteX0" fmla="*/ 2518556 w 2919095"/>
              <a:gd name="connsiteY0" fmla="*/ 2464814 h 2919094"/>
              <a:gd name="connsiteX1" fmla="*/ 454281 w 2919095"/>
              <a:gd name="connsiteY1" fmla="*/ 2518680 h 2919094"/>
              <a:gd name="connsiteX2" fmla="*/ 400415 w 2919095"/>
              <a:gd name="connsiteY2" fmla="*/ 454281 h 2919094"/>
              <a:gd name="connsiteX3" fmla="*/ 2464815 w 2919095"/>
              <a:gd name="connsiteY3" fmla="*/ 400415 h 2919094"/>
              <a:gd name="connsiteX4" fmla="*/ 2518680 w 2919095"/>
              <a:gd name="connsiteY4" fmla="*/ 2464690 h 2919094"/>
              <a:gd name="connsiteX5" fmla="*/ 625435 w 2919095"/>
              <a:gd name="connsiteY5" fmla="*/ 668006 h 2919094"/>
              <a:gd name="connsiteX6" fmla="*/ 667882 w 2919095"/>
              <a:gd name="connsiteY6" fmla="*/ 2293660 h 2919094"/>
              <a:gd name="connsiteX7" fmla="*/ 2293537 w 2919095"/>
              <a:gd name="connsiteY7" fmla="*/ 2251213 h 2919094"/>
              <a:gd name="connsiteX8" fmla="*/ 2251089 w 2919095"/>
              <a:gd name="connsiteY8" fmla="*/ 625559 h 2919094"/>
              <a:gd name="connsiteX9" fmla="*/ 625435 w 2919095"/>
              <a:gd name="connsiteY9" fmla="*/ 668006 h 291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9095" h="2919094">
                <a:moveTo>
                  <a:pt x="2518556" y="2464814"/>
                </a:moveTo>
                <a:cubicBezTo>
                  <a:pt x="1964260" y="3048774"/>
                  <a:pt x="1038240" y="3072976"/>
                  <a:pt x="454281" y="2518680"/>
                </a:cubicBezTo>
                <a:cubicBezTo>
                  <a:pt x="-129679" y="1964384"/>
                  <a:pt x="-153881" y="1038364"/>
                  <a:pt x="400415" y="454281"/>
                </a:cubicBezTo>
                <a:cubicBezTo>
                  <a:pt x="954711" y="-129679"/>
                  <a:pt x="1880731" y="-153881"/>
                  <a:pt x="2464815" y="400415"/>
                </a:cubicBezTo>
                <a:cubicBezTo>
                  <a:pt x="3048774" y="954711"/>
                  <a:pt x="3072977" y="1880731"/>
                  <a:pt x="2518680" y="2464690"/>
                </a:cubicBezTo>
                <a:close/>
                <a:moveTo>
                  <a:pt x="625435" y="668006"/>
                </a:moveTo>
                <a:cubicBezTo>
                  <a:pt x="188924" y="1127851"/>
                  <a:pt x="207913" y="1857149"/>
                  <a:pt x="667882" y="2293660"/>
                </a:cubicBezTo>
                <a:cubicBezTo>
                  <a:pt x="1127727" y="2730171"/>
                  <a:pt x="1857025" y="2711182"/>
                  <a:pt x="2293537" y="2251213"/>
                </a:cubicBezTo>
                <a:cubicBezTo>
                  <a:pt x="2730048" y="1791368"/>
                  <a:pt x="2711058" y="1062070"/>
                  <a:pt x="2251089" y="625559"/>
                </a:cubicBezTo>
                <a:cubicBezTo>
                  <a:pt x="1791244" y="189048"/>
                  <a:pt x="1061946" y="208037"/>
                  <a:pt x="625435" y="668006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2394" cap="flat">
            <a:noFill/>
            <a:prstDash val="solid"/>
            <a:miter/>
          </a:ln>
          <a:effectLst>
            <a:softEdge rad="1270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AE692C-BF61-5416-3625-F4845D79D790}"/>
              </a:ext>
            </a:extLst>
          </p:cNvPr>
          <p:cNvSpPr/>
          <p:nvPr/>
        </p:nvSpPr>
        <p:spPr>
          <a:xfrm rot="20723606">
            <a:off x="4634988" y="2364605"/>
            <a:ext cx="2919095" cy="2919094"/>
          </a:xfrm>
          <a:custGeom>
            <a:avLst/>
            <a:gdLst>
              <a:gd name="connsiteX0" fmla="*/ 2518556 w 2919095"/>
              <a:gd name="connsiteY0" fmla="*/ 2464814 h 2919094"/>
              <a:gd name="connsiteX1" fmla="*/ 454281 w 2919095"/>
              <a:gd name="connsiteY1" fmla="*/ 2518680 h 2919094"/>
              <a:gd name="connsiteX2" fmla="*/ 400415 w 2919095"/>
              <a:gd name="connsiteY2" fmla="*/ 454281 h 2919094"/>
              <a:gd name="connsiteX3" fmla="*/ 2464815 w 2919095"/>
              <a:gd name="connsiteY3" fmla="*/ 400415 h 2919094"/>
              <a:gd name="connsiteX4" fmla="*/ 2518680 w 2919095"/>
              <a:gd name="connsiteY4" fmla="*/ 2464690 h 2919094"/>
              <a:gd name="connsiteX5" fmla="*/ 625435 w 2919095"/>
              <a:gd name="connsiteY5" fmla="*/ 668006 h 2919094"/>
              <a:gd name="connsiteX6" fmla="*/ 667882 w 2919095"/>
              <a:gd name="connsiteY6" fmla="*/ 2293660 h 2919094"/>
              <a:gd name="connsiteX7" fmla="*/ 2293537 w 2919095"/>
              <a:gd name="connsiteY7" fmla="*/ 2251213 h 2919094"/>
              <a:gd name="connsiteX8" fmla="*/ 2251089 w 2919095"/>
              <a:gd name="connsiteY8" fmla="*/ 625559 h 2919094"/>
              <a:gd name="connsiteX9" fmla="*/ 625435 w 2919095"/>
              <a:gd name="connsiteY9" fmla="*/ 668006 h 291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9095" h="2919094">
                <a:moveTo>
                  <a:pt x="2518556" y="2464814"/>
                </a:moveTo>
                <a:cubicBezTo>
                  <a:pt x="1964260" y="3048774"/>
                  <a:pt x="1038240" y="3072976"/>
                  <a:pt x="454281" y="2518680"/>
                </a:cubicBezTo>
                <a:cubicBezTo>
                  <a:pt x="-129679" y="1964384"/>
                  <a:pt x="-153881" y="1038364"/>
                  <a:pt x="400415" y="454281"/>
                </a:cubicBezTo>
                <a:cubicBezTo>
                  <a:pt x="954711" y="-129679"/>
                  <a:pt x="1880731" y="-153881"/>
                  <a:pt x="2464815" y="400415"/>
                </a:cubicBezTo>
                <a:cubicBezTo>
                  <a:pt x="3048774" y="954711"/>
                  <a:pt x="3072977" y="1880731"/>
                  <a:pt x="2518680" y="2464690"/>
                </a:cubicBezTo>
                <a:close/>
                <a:moveTo>
                  <a:pt x="625435" y="668006"/>
                </a:moveTo>
                <a:cubicBezTo>
                  <a:pt x="188924" y="1127851"/>
                  <a:pt x="207913" y="1857149"/>
                  <a:pt x="667882" y="2293660"/>
                </a:cubicBezTo>
                <a:cubicBezTo>
                  <a:pt x="1127727" y="2730171"/>
                  <a:pt x="1857025" y="2711182"/>
                  <a:pt x="2293537" y="2251213"/>
                </a:cubicBezTo>
                <a:cubicBezTo>
                  <a:pt x="2730048" y="1791368"/>
                  <a:pt x="2711058" y="1062070"/>
                  <a:pt x="2251089" y="625559"/>
                </a:cubicBezTo>
                <a:cubicBezTo>
                  <a:pt x="1791244" y="189048"/>
                  <a:pt x="1061946" y="208037"/>
                  <a:pt x="625435" y="668006"/>
                </a:cubicBezTo>
                <a:close/>
              </a:path>
            </a:pathLst>
          </a:custGeom>
          <a:solidFill>
            <a:srgbClr val="FFFFFF"/>
          </a:solidFill>
          <a:ln w="12394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2DC5B3C-EBAD-CB0A-51E6-ED38903A77D4}"/>
              </a:ext>
            </a:extLst>
          </p:cNvPr>
          <p:cNvSpPr/>
          <p:nvPr/>
        </p:nvSpPr>
        <p:spPr>
          <a:xfrm rot="20723606">
            <a:off x="5100052" y="2852382"/>
            <a:ext cx="2218168" cy="2218168"/>
          </a:xfrm>
          <a:custGeom>
            <a:avLst/>
            <a:gdLst>
              <a:gd name="connsiteX0" fmla="*/ 1868919 w 1868918"/>
              <a:gd name="connsiteY0" fmla="*/ 934459 h 1868918"/>
              <a:gd name="connsiteX1" fmla="*/ 934460 w 1868918"/>
              <a:gd name="connsiteY1" fmla="*/ 1868919 h 1868918"/>
              <a:gd name="connsiteX2" fmla="*/ 0 w 1868918"/>
              <a:gd name="connsiteY2" fmla="*/ 934459 h 1868918"/>
              <a:gd name="connsiteX3" fmla="*/ 934460 w 1868918"/>
              <a:gd name="connsiteY3" fmla="*/ 0 h 1868918"/>
              <a:gd name="connsiteX4" fmla="*/ 1868919 w 1868918"/>
              <a:gd name="connsiteY4" fmla="*/ 934459 h 186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18" h="1868918">
                <a:moveTo>
                  <a:pt x="1868919" y="934459"/>
                </a:moveTo>
                <a:cubicBezTo>
                  <a:pt x="1868919" y="1450547"/>
                  <a:pt x="1450547" y="1868919"/>
                  <a:pt x="934460" y="1868919"/>
                </a:cubicBezTo>
                <a:cubicBezTo>
                  <a:pt x="418372" y="1868919"/>
                  <a:pt x="0" y="1450547"/>
                  <a:pt x="0" y="934459"/>
                </a:cubicBezTo>
                <a:cubicBezTo>
                  <a:pt x="0" y="418372"/>
                  <a:pt x="418372" y="0"/>
                  <a:pt x="934460" y="0"/>
                </a:cubicBezTo>
                <a:cubicBezTo>
                  <a:pt x="1450548" y="0"/>
                  <a:pt x="1868919" y="418372"/>
                  <a:pt x="1868919" y="934459"/>
                </a:cubicBezTo>
                <a:close/>
              </a:path>
            </a:pathLst>
          </a:custGeom>
          <a:solidFill>
            <a:schemeClr val="tx1">
              <a:alpha val="38000"/>
            </a:schemeClr>
          </a:solidFill>
          <a:ln w="12394" cap="flat">
            <a:noFill/>
            <a:prstDash val="solid"/>
            <a:miter/>
          </a:ln>
          <a:effectLst>
            <a:softEdge rad="2159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7317CA-A9A2-F500-7071-CCA471C231BD}"/>
              </a:ext>
            </a:extLst>
          </p:cNvPr>
          <p:cNvSpPr/>
          <p:nvPr/>
        </p:nvSpPr>
        <p:spPr>
          <a:xfrm rot="20723606">
            <a:off x="5160032" y="2889769"/>
            <a:ext cx="1868918" cy="1868918"/>
          </a:xfrm>
          <a:custGeom>
            <a:avLst/>
            <a:gdLst>
              <a:gd name="connsiteX0" fmla="*/ 1868919 w 1868918"/>
              <a:gd name="connsiteY0" fmla="*/ 934459 h 1868918"/>
              <a:gd name="connsiteX1" fmla="*/ 934460 w 1868918"/>
              <a:gd name="connsiteY1" fmla="*/ 1868919 h 1868918"/>
              <a:gd name="connsiteX2" fmla="*/ 0 w 1868918"/>
              <a:gd name="connsiteY2" fmla="*/ 934459 h 1868918"/>
              <a:gd name="connsiteX3" fmla="*/ 934460 w 1868918"/>
              <a:gd name="connsiteY3" fmla="*/ 0 h 1868918"/>
              <a:gd name="connsiteX4" fmla="*/ 1868919 w 1868918"/>
              <a:gd name="connsiteY4" fmla="*/ 934459 h 186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18" h="1868918">
                <a:moveTo>
                  <a:pt x="1868919" y="934459"/>
                </a:moveTo>
                <a:cubicBezTo>
                  <a:pt x="1868919" y="1450547"/>
                  <a:pt x="1450547" y="1868919"/>
                  <a:pt x="934460" y="1868919"/>
                </a:cubicBezTo>
                <a:cubicBezTo>
                  <a:pt x="418372" y="1868919"/>
                  <a:pt x="0" y="1450547"/>
                  <a:pt x="0" y="934459"/>
                </a:cubicBezTo>
                <a:cubicBezTo>
                  <a:pt x="0" y="418372"/>
                  <a:pt x="418372" y="0"/>
                  <a:pt x="934460" y="0"/>
                </a:cubicBezTo>
                <a:cubicBezTo>
                  <a:pt x="1450548" y="0"/>
                  <a:pt x="1868919" y="418372"/>
                  <a:pt x="1868919" y="934459"/>
                </a:cubicBezTo>
                <a:close/>
              </a:path>
            </a:pathLst>
          </a:custGeom>
          <a:solidFill>
            <a:srgbClr val="FFFFFF"/>
          </a:solidFill>
          <a:ln w="12394" cap="flat">
            <a:noFill/>
            <a:prstDash val="solid"/>
            <a:miter/>
          </a:ln>
          <a:effectLst>
            <a:innerShdw blurRad="254000">
              <a:prstClr val="black">
                <a:alpha val="28000"/>
              </a:prstClr>
            </a:innerShdw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7BE603A-3769-A4A1-E9BD-103A1AD47185}"/>
              </a:ext>
            </a:extLst>
          </p:cNvPr>
          <p:cNvSpPr/>
          <p:nvPr/>
        </p:nvSpPr>
        <p:spPr>
          <a:xfrm rot="20723606">
            <a:off x="4787647" y="2515886"/>
            <a:ext cx="2601686" cy="2601684"/>
          </a:xfrm>
          <a:prstGeom prst="arc">
            <a:avLst>
              <a:gd name="adj1" fmla="val 8290624"/>
              <a:gd name="adj2" fmla="val 14845010"/>
            </a:avLst>
          </a:prstGeom>
          <a:ln w="25400" cap="rnd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7631627-60D0-AFA1-0670-01D0051CAC38}"/>
              </a:ext>
            </a:extLst>
          </p:cNvPr>
          <p:cNvSpPr/>
          <p:nvPr/>
        </p:nvSpPr>
        <p:spPr>
          <a:xfrm rot="20723606">
            <a:off x="4787647" y="2515886"/>
            <a:ext cx="2601686" cy="2601684"/>
          </a:xfrm>
          <a:prstGeom prst="arc">
            <a:avLst>
              <a:gd name="adj1" fmla="val 19144038"/>
              <a:gd name="adj2" fmla="val 4122086"/>
            </a:avLst>
          </a:prstGeom>
          <a:ln w="25400" cap="rnd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399925-AF52-8538-9E7A-D5FE1EDE3650}"/>
              </a:ext>
            </a:extLst>
          </p:cNvPr>
          <p:cNvGrpSpPr/>
          <p:nvPr/>
        </p:nvGrpSpPr>
        <p:grpSpPr>
          <a:xfrm>
            <a:off x="4880300" y="3093554"/>
            <a:ext cx="156826" cy="156826"/>
            <a:chOff x="5081478" y="2828200"/>
            <a:chExt cx="156826" cy="15682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07AA4F4-003F-1188-2895-E6DD154A7B3E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464B900-9225-7C28-8F18-3FE67D0F050C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956C6DD-E50E-83B8-BE74-8ED667E63570}"/>
              </a:ext>
            </a:extLst>
          </p:cNvPr>
          <p:cNvGrpSpPr/>
          <p:nvPr/>
        </p:nvGrpSpPr>
        <p:grpSpPr>
          <a:xfrm>
            <a:off x="4716727" y="3805647"/>
            <a:ext cx="156826" cy="156826"/>
            <a:chOff x="5081478" y="2828200"/>
            <a:chExt cx="156826" cy="15682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96C1703-B31A-8EA9-3C78-2A0DE7E4CE63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BB9090-CE22-7C60-0F7F-DD6B455DCF27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8B0F786-9B66-2592-806F-FD4BA71F5F3D}"/>
              </a:ext>
            </a:extLst>
          </p:cNvPr>
          <p:cNvGrpSpPr/>
          <p:nvPr/>
        </p:nvGrpSpPr>
        <p:grpSpPr>
          <a:xfrm rot="20723606">
            <a:off x="4889622" y="4407634"/>
            <a:ext cx="156826" cy="156826"/>
            <a:chOff x="5081478" y="2828200"/>
            <a:chExt cx="156826" cy="156826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96A28E2-480D-8A3C-61EC-8C22F86AC48D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590CCA0-80E3-045B-03E7-F3B2DDD383F9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E213FD7-0645-5596-6AB8-BAC67760DB3E}"/>
              </a:ext>
            </a:extLst>
          </p:cNvPr>
          <p:cNvGrpSpPr/>
          <p:nvPr/>
        </p:nvGrpSpPr>
        <p:grpSpPr>
          <a:xfrm rot="20723606">
            <a:off x="7134367" y="3081456"/>
            <a:ext cx="156826" cy="156826"/>
            <a:chOff x="5081478" y="2828200"/>
            <a:chExt cx="156826" cy="156826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2A3ADC7-C2EC-0520-2AC6-16B2C74FF2BE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F49BFA1-B2AC-C093-642A-D7E0C170329A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4BA5DF6-B07D-F6A2-029C-0BF9DD695B68}"/>
              </a:ext>
            </a:extLst>
          </p:cNvPr>
          <p:cNvGrpSpPr/>
          <p:nvPr/>
        </p:nvGrpSpPr>
        <p:grpSpPr>
          <a:xfrm rot="20723606">
            <a:off x="7307324" y="3698649"/>
            <a:ext cx="156826" cy="156826"/>
            <a:chOff x="5081478" y="2828200"/>
            <a:chExt cx="156826" cy="156826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51F7742-861A-732A-2DDE-52EE3FF5B679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D188492-E9E5-92C7-279A-874B8FA92C3C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A084C0-CAD7-C060-25A9-4FBDD4C5DEAC}"/>
              </a:ext>
            </a:extLst>
          </p:cNvPr>
          <p:cNvGrpSpPr/>
          <p:nvPr/>
        </p:nvGrpSpPr>
        <p:grpSpPr>
          <a:xfrm rot="20723606">
            <a:off x="7137824" y="4380858"/>
            <a:ext cx="156826" cy="156826"/>
            <a:chOff x="5081478" y="2828200"/>
            <a:chExt cx="156826" cy="156826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8CB9CE6-593C-79DC-7C7B-1F9F1883CE41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0514629-0E41-FBD7-C0DE-F1A56099AD73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E371325-50B5-AB72-D80E-E5E1B1BF2496}"/>
              </a:ext>
            </a:extLst>
          </p:cNvPr>
          <p:cNvSpPr txBox="1"/>
          <p:nvPr/>
        </p:nvSpPr>
        <p:spPr>
          <a:xfrm>
            <a:off x="5156629" y="3384673"/>
            <a:ext cx="186904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RADIAL FAN</a:t>
            </a:r>
          </a:p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INFOGRAPHIC</a:t>
            </a:r>
          </a:p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DIAGRAM</a:t>
            </a:r>
            <a:endParaRPr lang="en-IN" sz="1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5F656F-836F-DC23-D7BB-BFD50D272C6C}"/>
              </a:ext>
            </a:extLst>
          </p:cNvPr>
          <p:cNvGrpSpPr/>
          <p:nvPr/>
        </p:nvGrpSpPr>
        <p:grpSpPr>
          <a:xfrm flipH="1">
            <a:off x="9874832" y="1698516"/>
            <a:ext cx="1543082" cy="674762"/>
            <a:chOff x="525815" y="5066822"/>
            <a:chExt cx="1206966" cy="67476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77D5E0-2CE9-C8F4-B46B-631E7158119A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A3FE2D-C2E8-A466-F149-7F701B291D98}"/>
                </a:ext>
              </a:extLst>
            </p:cNvPr>
            <p:cNvSpPr txBox="1"/>
            <p:nvPr/>
          </p:nvSpPr>
          <p:spPr>
            <a:xfrm>
              <a:off x="525816" y="5066822"/>
              <a:ext cx="1206965" cy="20951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6A93FA-99CC-8B17-A85F-E01BDBFB6781}"/>
              </a:ext>
            </a:extLst>
          </p:cNvPr>
          <p:cNvGrpSpPr/>
          <p:nvPr/>
        </p:nvGrpSpPr>
        <p:grpSpPr>
          <a:xfrm flipH="1">
            <a:off x="9874832" y="5240446"/>
            <a:ext cx="1543082" cy="685648"/>
            <a:chOff x="525815" y="5055936"/>
            <a:chExt cx="1206966" cy="68564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7315FA-DDE4-6B52-339A-B0061DC096C2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288148-C567-B2C0-9EF3-9843C760B139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75BE18-6A3C-7A1E-3158-97E134B13BE9}"/>
              </a:ext>
            </a:extLst>
          </p:cNvPr>
          <p:cNvGrpSpPr/>
          <p:nvPr/>
        </p:nvGrpSpPr>
        <p:grpSpPr>
          <a:xfrm flipH="1">
            <a:off x="9874832" y="3464038"/>
            <a:ext cx="1543082" cy="685648"/>
            <a:chOff x="525815" y="5055936"/>
            <a:chExt cx="1206966" cy="6856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6289D8-2E35-DFB5-B0AA-89B105A900CB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C98E254-7715-9A41-EF26-75E59E48CFB8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707740-F952-C30C-3CF3-FC3B29BE8C7A}"/>
              </a:ext>
            </a:extLst>
          </p:cNvPr>
          <p:cNvGrpSpPr/>
          <p:nvPr/>
        </p:nvGrpSpPr>
        <p:grpSpPr>
          <a:xfrm flipH="1">
            <a:off x="770910" y="1698516"/>
            <a:ext cx="1543082" cy="674762"/>
            <a:chOff x="525815" y="5066822"/>
            <a:chExt cx="1206966" cy="67476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8A2D0E3-3677-FE1C-0284-1818B8CEDA5A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2B29B6B-EA15-2DBE-AFCA-36ADDD552E16}"/>
                </a:ext>
              </a:extLst>
            </p:cNvPr>
            <p:cNvSpPr txBox="1"/>
            <p:nvPr/>
          </p:nvSpPr>
          <p:spPr>
            <a:xfrm>
              <a:off x="525816" y="5066822"/>
              <a:ext cx="1206965" cy="20951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5BDA75C-136E-8A1A-A753-C16ABA5DAB05}"/>
              </a:ext>
            </a:extLst>
          </p:cNvPr>
          <p:cNvGrpSpPr/>
          <p:nvPr/>
        </p:nvGrpSpPr>
        <p:grpSpPr>
          <a:xfrm flipH="1">
            <a:off x="770910" y="5240446"/>
            <a:ext cx="1543082" cy="685648"/>
            <a:chOff x="525815" y="5055936"/>
            <a:chExt cx="1206966" cy="685648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5ECEEE4-5CEC-62FA-9527-D3AC52E7F391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398FF9-A3AA-D56B-A661-0D2F2A5CAFE2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E99FBF6-C07F-9055-1CB7-5C0BB6554630}"/>
              </a:ext>
            </a:extLst>
          </p:cNvPr>
          <p:cNvGrpSpPr/>
          <p:nvPr/>
        </p:nvGrpSpPr>
        <p:grpSpPr>
          <a:xfrm flipH="1">
            <a:off x="770910" y="3464038"/>
            <a:ext cx="1543082" cy="685648"/>
            <a:chOff x="525815" y="5055936"/>
            <a:chExt cx="1206966" cy="685648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9272E7A-6124-24D4-003E-2F05C42E30B6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80AB249-6716-E920-9845-B88C1D0AF8D9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12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95B7-1FB7-B3C7-A6FE-E5B4D0B6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F326-47CF-D9D2-AD43-34CD58ED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Radial Fan Infographic Slide Template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24DA046-7349-F8DC-B701-617EF3E172B4}"/>
              </a:ext>
            </a:extLst>
          </p:cNvPr>
          <p:cNvSpPr/>
          <p:nvPr/>
        </p:nvSpPr>
        <p:spPr>
          <a:xfrm rot="20723606">
            <a:off x="3058876" y="1538480"/>
            <a:ext cx="2742686" cy="2674919"/>
          </a:xfrm>
          <a:custGeom>
            <a:avLst/>
            <a:gdLst>
              <a:gd name="connsiteX0" fmla="*/ 1073716 w 2742686"/>
              <a:gd name="connsiteY0" fmla="*/ 0 h 2674919"/>
              <a:gd name="connsiteX1" fmla="*/ 456494 w 2742686"/>
              <a:gd name="connsiteY1" fmla="*/ 504898 h 2674919"/>
              <a:gd name="connsiteX2" fmla="*/ 0 w 2742686"/>
              <a:gd name="connsiteY2" fmla="*/ 1120507 h 2674919"/>
              <a:gd name="connsiteX3" fmla="*/ 2742686 w 2742686"/>
              <a:gd name="connsiteY3" fmla="*/ 2674919 h 2674919"/>
              <a:gd name="connsiteX4" fmla="*/ 1073716 w 2742686"/>
              <a:gd name="connsiteY4" fmla="*/ 0 h 267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2686" h="2674919">
                <a:moveTo>
                  <a:pt x="1073716" y="0"/>
                </a:moveTo>
                <a:cubicBezTo>
                  <a:pt x="852296" y="138388"/>
                  <a:pt x="644528" y="306687"/>
                  <a:pt x="456494" y="504898"/>
                </a:cubicBezTo>
                <a:cubicBezTo>
                  <a:pt x="275907" y="695166"/>
                  <a:pt x="123866" y="902190"/>
                  <a:pt x="0" y="1120507"/>
                </a:cubicBezTo>
                <a:lnTo>
                  <a:pt x="2742686" y="2674919"/>
                </a:lnTo>
                <a:lnTo>
                  <a:pt x="107371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B7D20AD-85A4-4D2B-5674-D01E5032CCDE}"/>
              </a:ext>
            </a:extLst>
          </p:cNvPr>
          <p:cNvSpPr/>
          <p:nvPr/>
        </p:nvSpPr>
        <p:spPr>
          <a:xfrm rot="20723606">
            <a:off x="2819053" y="2859388"/>
            <a:ext cx="3151768" cy="1384499"/>
          </a:xfrm>
          <a:custGeom>
            <a:avLst/>
            <a:gdLst>
              <a:gd name="connsiteX0" fmla="*/ 319223 w 3151768"/>
              <a:gd name="connsiteY0" fmla="*/ 0 h 1384499"/>
              <a:gd name="connsiteX1" fmla="*/ 0 w 3151768"/>
              <a:gd name="connsiteY1" fmla="*/ 1358807 h 1384499"/>
              <a:gd name="connsiteX2" fmla="*/ 3151768 w 3151768"/>
              <a:gd name="connsiteY2" fmla="*/ 1384499 h 1384499"/>
              <a:gd name="connsiteX3" fmla="*/ 319223 w 3151768"/>
              <a:gd name="connsiteY3" fmla="*/ 0 h 138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768" h="1384499">
                <a:moveTo>
                  <a:pt x="319223" y="0"/>
                </a:moveTo>
                <a:cubicBezTo>
                  <a:pt x="109717" y="428320"/>
                  <a:pt x="3723" y="893502"/>
                  <a:pt x="0" y="1358807"/>
                </a:cubicBezTo>
                <a:lnTo>
                  <a:pt x="3151768" y="1384499"/>
                </a:lnTo>
                <a:lnTo>
                  <a:pt x="31922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D676AB-2D7E-7734-7534-D97C357C8636}"/>
              </a:ext>
            </a:extLst>
          </p:cNvPr>
          <p:cNvSpPr/>
          <p:nvPr/>
        </p:nvSpPr>
        <p:spPr>
          <a:xfrm rot="20723606">
            <a:off x="3188941" y="4196498"/>
            <a:ext cx="3147548" cy="1517053"/>
          </a:xfrm>
          <a:custGeom>
            <a:avLst/>
            <a:gdLst>
              <a:gd name="connsiteX0" fmla="*/ 0 w 3147548"/>
              <a:gd name="connsiteY0" fmla="*/ 166314 h 1517053"/>
              <a:gd name="connsiteX1" fmla="*/ 383887 w 3147548"/>
              <a:gd name="connsiteY1" fmla="*/ 1517054 h 1517053"/>
              <a:gd name="connsiteX2" fmla="*/ 3147548 w 3147548"/>
              <a:gd name="connsiteY2" fmla="*/ 0 h 1517053"/>
              <a:gd name="connsiteX3" fmla="*/ 0 w 3147548"/>
              <a:gd name="connsiteY3" fmla="*/ 166314 h 151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7548" h="1517053">
                <a:moveTo>
                  <a:pt x="0" y="166314"/>
                </a:moveTo>
                <a:cubicBezTo>
                  <a:pt x="24575" y="633978"/>
                  <a:pt x="152909" y="1096677"/>
                  <a:pt x="383887" y="1517054"/>
                </a:cubicBezTo>
                <a:lnTo>
                  <a:pt x="3147548" y="0"/>
                </a:lnTo>
                <a:lnTo>
                  <a:pt x="0" y="1663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4B65DE-2DD9-0DB5-24DF-FD7DEDD7BA34}"/>
              </a:ext>
            </a:extLst>
          </p:cNvPr>
          <p:cNvSpPr/>
          <p:nvPr/>
        </p:nvSpPr>
        <p:spPr>
          <a:xfrm rot="20723606">
            <a:off x="6217260" y="3404451"/>
            <a:ext cx="3151768" cy="1378789"/>
          </a:xfrm>
          <a:custGeom>
            <a:avLst/>
            <a:gdLst>
              <a:gd name="connsiteX0" fmla="*/ 2835400 w 3151768"/>
              <a:gd name="connsiteY0" fmla="*/ 1378790 h 1378789"/>
              <a:gd name="connsiteX1" fmla="*/ 3151768 w 3151768"/>
              <a:gd name="connsiteY1" fmla="*/ 19238 h 1378789"/>
              <a:gd name="connsiteX2" fmla="*/ 0 w 3151768"/>
              <a:gd name="connsiteY2" fmla="*/ 0 h 1378789"/>
              <a:gd name="connsiteX3" fmla="*/ 2835276 w 3151768"/>
              <a:gd name="connsiteY3" fmla="*/ 1378666 h 137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768" h="1378789">
                <a:moveTo>
                  <a:pt x="2835400" y="1378790"/>
                </a:moveTo>
                <a:cubicBezTo>
                  <a:pt x="3043417" y="950967"/>
                  <a:pt x="3148914" y="485537"/>
                  <a:pt x="3151768" y="19238"/>
                </a:cubicBezTo>
                <a:lnTo>
                  <a:pt x="0" y="0"/>
                </a:lnTo>
                <a:lnTo>
                  <a:pt x="2835276" y="13786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FD5E41-A720-85B9-BB14-1657A317658B}"/>
              </a:ext>
            </a:extLst>
          </p:cNvPr>
          <p:cNvSpPr/>
          <p:nvPr/>
        </p:nvSpPr>
        <p:spPr>
          <a:xfrm rot="20723606">
            <a:off x="5851626" y="1929229"/>
            <a:ext cx="3147300" cy="1522762"/>
          </a:xfrm>
          <a:custGeom>
            <a:avLst/>
            <a:gdLst>
              <a:gd name="connsiteX0" fmla="*/ 0 w 3147300"/>
              <a:gd name="connsiteY0" fmla="*/ 1522763 h 1522762"/>
              <a:gd name="connsiteX1" fmla="*/ 3147300 w 3147300"/>
              <a:gd name="connsiteY1" fmla="*/ 1349995 h 1522762"/>
              <a:gd name="connsiteX2" fmla="*/ 2760559 w 3147300"/>
              <a:gd name="connsiteY2" fmla="*/ 0 h 1522762"/>
              <a:gd name="connsiteX3" fmla="*/ 124 w 3147300"/>
              <a:gd name="connsiteY3" fmla="*/ 1522639 h 152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7300" h="1522762">
                <a:moveTo>
                  <a:pt x="0" y="1522763"/>
                </a:moveTo>
                <a:lnTo>
                  <a:pt x="3147300" y="1349995"/>
                </a:lnTo>
                <a:cubicBezTo>
                  <a:pt x="3121857" y="883324"/>
                  <a:pt x="2993026" y="420997"/>
                  <a:pt x="2760559" y="0"/>
                </a:cubicBezTo>
                <a:lnTo>
                  <a:pt x="124" y="15226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A3FF5D6-49FE-9623-339F-F1C3D3D29977}"/>
              </a:ext>
            </a:extLst>
          </p:cNvPr>
          <p:cNvSpPr/>
          <p:nvPr/>
        </p:nvSpPr>
        <p:spPr>
          <a:xfrm rot="20723606">
            <a:off x="6386792" y="3434846"/>
            <a:ext cx="2746037" cy="2671071"/>
          </a:xfrm>
          <a:custGeom>
            <a:avLst/>
            <a:gdLst>
              <a:gd name="connsiteX0" fmla="*/ 1674431 w 2746037"/>
              <a:gd name="connsiteY0" fmla="*/ 2671072 h 2671071"/>
              <a:gd name="connsiteX1" fmla="*/ 2195961 w 2746037"/>
              <a:gd name="connsiteY1" fmla="*/ 2261245 h 2671071"/>
              <a:gd name="connsiteX2" fmla="*/ 2746038 w 2746037"/>
              <a:gd name="connsiteY2" fmla="*/ 1548703 h 2671071"/>
              <a:gd name="connsiteX3" fmla="*/ 0 w 2746037"/>
              <a:gd name="connsiteY3" fmla="*/ 0 h 2671071"/>
              <a:gd name="connsiteX4" fmla="*/ 1674307 w 2746037"/>
              <a:gd name="connsiteY4" fmla="*/ 2671072 h 267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6037" h="2671071">
                <a:moveTo>
                  <a:pt x="1674431" y="2671072"/>
                </a:moveTo>
                <a:cubicBezTo>
                  <a:pt x="1858617" y="2555397"/>
                  <a:pt x="2033619" y="2418871"/>
                  <a:pt x="2195961" y="2261245"/>
                </a:cubicBezTo>
                <a:cubicBezTo>
                  <a:pt x="2418003" y="2045658"/>
                  <a:pt x="2601196" y="1805248"/>
                  <a:pt x="2746038" y="1548703"/>
                </a:cubicBezTo>
                <a:lnTo>
                  <a:pt x="0" y="0"/>
                </a:lnTo>
                <a:lnTo>
                  <a:pt x="1674307" y="26710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3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77" name="Graphic 76" descr="Handshake outline">
            <a:extLst>
              <a:ext uri="{FF2B5EF4-FFF2-40B4-BE49-F238E27FC236}">
                <a16:creationId xmlns:a16="http://schemas.microsoft.com/office/drawing/2014/main" id="{6123A2CC-D12C-6BF3-2F4C-21557DC6D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293" y="4738466"/>
            <a:ext cx="603058" cy="603058"/>
          </a:xfrm>
          <a:prstGeom prst="rect">
            <a:avLst/>
          </a:prstGeom>
        </p:spPr>
      </p:pic>
      <p:pic>
        <p:nvPicPr>
          <p:cNvPr id="79" name="Graphic 78" descr="Hierarchy outline">
            <a:extLst>
              <a:ext uri="{FF2B5EF4-FFF2-40B4-BE49-F238E27FC236}">
                <a16:creationId xmlns:a16="http://schemas.microsoft.com/office/drawing/2014/main" id="{6C24A901-937A-0586-70D3-15318C0B8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3125" y="2207826"/>
            <a:ext cx="603058" cy="603058"/>
          </a:xfrm>
          <a:prstGeom prst="rect">
            <a:avLst/>
          </a:prstGeom>
        </p:spPr>
      </p:pic>
      <p:pic>
        <p:nvPicPr>
          <p:cNvPr id="81" name="Graphic 80" descr="Laptop outline">
            <a:extLst>
              <a:ext uri="{FF2B5EF4-FFF2-40B4-BE49-F238E27FC236}">
                <a16:creationId xmlns:a16="http://schemas.microsoft.com/office/drawing/2014/main" id="{5465A2F9-B09E-17F9-6AD7-31068B6A00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8201" y="3403959"/>
            <a:ext cx="603058" cy="603058"/>
          </a:xfrm>
          <a:prstGeom prst="rect">
            <a:avLst/>
          </a:prstGeom>
        </p:spPr>
      </p:pic>
      <p:pic>
        <p:nvPicPr>
          <p:cNvPr id="83" name="Graphic 82" descr="Lights On outline">
            <a:extLst>
              <a:ext uri="{FF2B5EF4-FFF2-40B4-BE49-F238E27FC236}">
                <a16:creationId xmlns:a16="http://schemas.microsoft.com/office/drawing/2014/main" id="{C7D4BCA1-DEE4-F525-D1E2-87B6DC8A97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9451" y="2281721"/>
            <a:ext cx="603058" cy="603058"/>
          </a:xfrm>
          <a:prstGeom prst="rect">
            <a:avLst/>
          </a:prstGeom>
        </p:spPr>
      </p:pic>
      <p:pic>
        <p:nvPicPr>
          <p:cNvPr id="91" name="Graphic 90" descr="Signpost outline">
            <a:extLst>
              <a:ext uri="{FF2B5EF4-FFF2-40B4-BE49-F238E27FC236}">
                <a16:creationId xmlns:a16="http://schemas.microsoft.com/office/drawing/2014/main" id="{8C0954B3-168A-225A-F5F1-D15B2FADD5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31559" y="4797869"/>
            <a:ext cx="603058" cy="603058"/>
          </a:xfrm>
          <a:prstGeom prst="rect">
            <a:avLst/>
          </a:prstGeom>
        </p:spPr>
      </p:pic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041AF7FA-BFA9-DE6B-BCC3-7301209A3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61304" y="3576350"/>
            <a:ext cx="603058" cy="603058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C03890A7-C05C-DE67-4E7A-74C041765446}"/>
              </a:ext>
            </a:extLst>
          </p:cNvPr>
          <p:cNvSpPr txBox="1"/>
          <p:nvPr/>
        </p:nvSpPr>
        <p:spPr>
          <a:xfrm>
            <a:off x="4134279" y="2663855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0DC978-575C-E457-E36F-4582F09BB027}"/>
              </a:ext>
            </a:extLst>
          </p:cNvPr>
          <p:cNvSpPr txBox="1"/>
          <p:nvPr/>
        </p:nvSpPr>
        <p:spPr>
          <a:xfrm>
            <a:off x="3971607" y="3651188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EC5FDC1-F491-5E8A-F614-1EA5063669E1}"/>
              </a:ext>
            </a:extLst>
          </p:cNvPr>
          <p:cNvSpPr txBox="1"/>
          <p:nvPr/>
        </p:nvSpPr>
        <p:spPr>
          <a:xfrm>
            <a:off x="4203929" y="4462089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0A0A6F7-4276-629B-7141-637CF1D6CD9B}"/>
              </a:ext>
            </a:extLst>
          </p:cNvPr>
          <p:cNvSpPr txBox="1"/>
          <p:nvPr/>
        </p:nvSpPr>
        <p:spPr>
          <a:xfrm>
            <a:off x="7439194" y="2695028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06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BA5DE8C-093E-31B4-0351-9FFA2BFC2BF7}"/>
              </a:ext>
            </a:extLst>
          </p:cNvPr>
          <p:cNvSpPr txBox="1"/>
          <p:nvPr/>
        </p:nvSpPr>
        <p:spPr>
          <a:xfrm>
            <a:off x="7706135" y="3517906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05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586437-3906-E78F-6359-C2F7133FCD68}"/>
              </a:ext>
            </a:extLst>
          </p:cNvPr>
          <p:cNvSpPr txBox="1"/>
          <p:nvPr/>
        </p:nvSpPr>
        <p:spPr>
          <a:xfrm>
            <a:off x="7518676" y="4490700"/>
            <a:ext cx="53732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04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848BE2-58E4-4A2D-796D-969351BD58B0}"/>
              </a:ext>
            </a:extLst>
          </p:cNvPr>
          <p:cNvGrpSpPr/>
          <p:nvPr/>
        </p:nvGrpSpPr>
        <p:grpSpPr>
          <a:xfrm flipH="1">
            <a:off x="9874832" y="1698516"/>
            <a:ext cx="1543082" cy="674762"/>
            <a:chOff x="525815" y="5066822"/>
            <a:chExt cx="1206966" cy="67476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1E3E68-62E8-65FF-D152-51802A0A9794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2FA17D-13B2-32D4-9C89-89A1053728B1}"/>
                </a:ext>
              </a:extLst>
            </p:cNvPr>
            <p:cNvSpPr txBox="1"/>
            <p:nvPr/>
          </p:nvSpPr>
          <p:spPr>
            <a:xfrm>
              <a:off x="525816" y="5066822"/>
              <a:ext cx="1206965" cy="20951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1D7402-771C-799A-D1DC-5BFADF690911}"/>
              </a:ext>
            </a:extLst>
          </p:cNvPr>
          <p:cNvGrpSpPr/>
          <p:nvPr/>
        </p:nvGrpSpPr>
        <p:grpSpPr>
          <a:xfrm flipH="1">
            <a:off x="9874832" y="5240446"/>
            <a:ext cx="1543082" cy="685648"/>
            <a:chOff x="525815" y="5055936"/>
            <a:chExt cx="1206966" cy="68564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06F780-5B36-50DA-D9C2-06044E559CDD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0BE8E7-D5E7-8461-6E18-3E114735ED30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47D936-AA32-3A05-8430-7138ED5ED15C}"/>
              </a:ext>
            </a:extLst>
          </p:cNvPr>
          <p:cNvGrpSpPr/>
          <p:nvPr/>
        </p:nvGrpSpPr>
        <p:grpSpPr>
          <a:xfrm flipH="1">
            <a:off x="9874832" y="3464038"/>
            <a:ext cx="1543082" cy="685648"/>
            <a:chOff x="525815" y="5055936"/>
            <a:chExt cx="1206966" cy="6856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1CD5B8-BD92-4AB5-3A8E-3D5B393F62CD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6DD3D0-A68C-D1FF-DD8C-639F33B89294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95570D2-6C40-7561-35C2-863E61CA875D}"/>
              </a:ext>
            </a:extLst>
          </p:cNvPr>
          <p:cNvGrpSpPr/>
          <p:nvPr/>
        </p:nvGrpSpPr>
        <p:grpSpPr>
          <a:xfrm flipH="1">
            <a:off x="770910" y="1698516"/>
            <a:ext cx="1543082" cy="674762"/>
            <a:chOff x="525815" y="5066822"/>
            <a:chExt cx="1206966" cy="67476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CD5D2C9-2001-E370-3EC3-F51F3017251B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BA5AD77-36C6-1B42-6BC7-93E57ADC5DF7}"/>
                </a:ext>
              </a:extLst>
            </p:cNvPr>
            <p:cNvSpPr txBox="1"/>
            <p:nvPr/>
          </p:nvSpPr>
          <p:spPr>
            <a:xfrm>
              <a:off x="525816" y="5066822"/>
              <a:ext cx="1206965" cy="20951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208F42-AD0B-2AAE-5C8F-C0AB464BBDC9}"/>
              </a:ext>
            </a:extLst>
          </p:cNvPr>
          <p:cNvGrpSpPr/>
          <p:nvPr/>
        </p:nvGrpSpPr>
        <p:grpSpPr>
          <a:xfrm flipH="1">
            <a:off x="770910" y="5240446"/>
            <a:ext cx="1543082" cy="685648"/>
            <a:chOff x="525815" y="5055936"/>
            <a:chExt cx="1206966" cy="685648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6AE99FA-EEAF-18CA-B2B3-E5A1DF1575CD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293263C-6302-D905-EE59-EF4188FDAC6E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9D359CB-D4B3-1CBA-D37E-C92999EFBB04}"/>
              </a:ext>
            </a:extLst>
          </p:cNvPr>
          <p:cNvGrpSpPr/>
          <p:nvPr/>
        </p:nvGrpSpPr>
        <p:grpSpPr>
          <a:xfrm flipH="1">
            <a:off x="770910" y="3464038"/>
            <a:ext cx="1543082" cy="685648"/>
            <a:chOff x="525815" y="5055936"/>
            <a:chExt cx="1206966" cy="685648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86143C3-D75F-9485-8A02-308076050644}"/>
                </a:ext>
              </a:extLst>
            </p:cNvPr>
            <p:cNvSpPr txBox="1"/>
            <p:nvPr/>
          </p:nvSpPr>
          <p:spPr>
            <a:xfrm>
              <a:off x="525815" y="5345439"/>
              <a:ext cx="1206965" cy="3961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 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D77A006-B94D-DD81-5B3C-4E512ADA3822}"/>
                </a:ext>
              </a:extLst>
            </p:cNvPr>
            <p:cNvSpPr txBox="1"/>
            <p:nvPr/>
          </p:nvSpPr>
          <p:spPr>
            <a:xfrm>
              <a:off x="525816" y="5055936"/>
              <a:ext cx="1206965" cy="220405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095C40-5822-89D1-D659-D40FD3D8DEA6}"/>
              </a:ext>
            </a:extLst>
          </p:cNvPr>
          <p:cNvSpPr/>
          <p:nvPr/>
        </p:nvSpPr>
        <p:spPr>
          <a:xfrm rot="20723606">
            <a:off x="4773822" y="2535413"/>
            <a:ext cx="2919095" cy="2919094"/>
          </a:xfrm>
          <a:custGeom>
            <a:avLst/>
            <a:gdLst>
              <a:gd name="connsiteX0" fmla="*/ 2518556 w 2919095"/>
              <a:gd name="connsiteY0" fmla="*/ 2464814 h 2919094"/>
              <a:gd name="connsiteX1" fmla="*/ 454281 w 2919095"/>
              <a:gd name="connsiteY1" fmla="*/ 2518680 h 2919094"/>
              <a:gd name="connsiteX2" fmla="*/ 400415 w 2919095"/>
              <a:gd name="connsiteY2" fmla="*/ 454281 h 2919094"/>
              <a:gd name="connsiteX3" fmla="*/ 2464815 w 2919095"/>
              <a:gd name="connsiteY3" fmla="*/ 400415 h 2919094"/>
              <a:gd name="connsiteX4" fmla="*/ 2518680 w 2919095"/>
              <a:gd name="connsiteY4" fmla="*/ 2464690 h 2919094"/>
              <a:gd name="connsiteX5" fmla="*/ 625435 w 2919095"/>
              <a:gd name="connsiteY5" fmla="*/ 668006 h 2919094"/>
              <a:gd name="connsiteX6" fmla="*/ 667882 w 2919095"/>
              <a:gd name="connsiteY6" fmla="*/ 2293660 h 2919094"/>
              <a:gd name="connsiteX7" fmla="*/ 2293537 w 2919095"/>
              <a:gd name="connsiteY7" fmla="*/ 2251213 h 2919094"/>
              <a:gd name="connsiteX8" fmla="*/ 2251089 w 2919095"/>
              <a:gd name="connsiteY8" fmla="*/ 625559 h 2919094"/>
              <a:gd name="connsiteX9" fmla="*/ 625435 w 2919095"/>
              <a:gd name="connsiteY9" fmla="*/ 668006 h 291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9095" h="2919094">
                <a:moveTo>
                  <a:pt x="2518556" y="2464814"/>
                </a:moveTo>
                <a:cubicBezTo>
                  <a:pt x="1964260" y="3048774"/>
                  <a:pt x="1038240" y="3072976"/>
                  <a:pt x="454281" y="2518680"/>
                </a:cubicBezTo>
                <a:cubicBezTo>
                  <a:pt x="-129679" y="1964384"/>
                  <a:pt x="-153881" y="1038364"/>
                  <a:pt x="400415" y="454281"/>
                </a:cubicBezTo>
                <a:cubicBezTo>
                  <a:pt x="954711" y="-129679"/>
                  <a:pt x="1880731" y="-153881"/>
                  <a:pt x="2464815" y="400415"/>
                </a:cubicBezTo>
                <a:cubicBezTo>
                  <a:pt x="3048774" y="954711"/>
                  <a:pt x="3072977" y="1880731"/>
                  <a:pt x="2518680" y="2464690"/>
                </a:cubicBezTo>
                <a:close/>
                <a:moveTo>
                  <a:pt x="625435" y="668006"/>
                </a:moveTo>
                <a:cubicBezTo>
                  <a:pt x="188924" y="1127851"/>
                  <a:pt x="207913" y="1857149"/>
                  <a:pt x="667882" y="2293660"/>
                </a:cubicBezTo>
                <a:cubicBezTo>
                  <a:pt x="1127727" y="2730171"/>
                  <a:pt x="1857025" y="2711182"/>
                  <a:pt x="2293537" y="2251213"/>
                </a:cubicBezTo>
                <a:cubicBezTo>
                  <a:pt x="2730048" y="1791368"/>
                  <a:pt x="2711058" y="1062070"/>
                  <a:pt x="2251089" y="625559"/>
                </a:cubicBezTo>
                <a:cubicBezTo>
                  <a:pt x="1791244" y="189048"/>
                  <a:pt x="1061946" y="208037"/>
                  <a:pt x="625435" y="668006"/>
                </a:cubicBezTo>
                <a:close/>
              </a:path>
            </a:pathLst>
          </a:custGeom>
          <a:solidFill>
            <a:schemeClr val="tx1">
              <a:alpha val="27000"/>
            </a:schemeClr>
          </a:solidFill>
          <a:ln w="12394" cap="flat">
            <a:noFill/>
            <a:prstDash val="solid"/>
            <a:miter/>
          </a:ln>
          <a:effectLst>
            <a:softEdge rad="1270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25A706-C170-3A54-0596-42D8B664C16E}"/>
              </a:ext>
            </a:extLst>
          </p:cNvPr>
          <p:cNvSpPr/>
          <p:nvPr/>
        </p:nvSpPr>
        <p:spPr>
          <a:xfrm rot="20723606">
            <a:off x="4634988" y="2364605"/>
            <a:ext cx="2919095" cy="2919094"/>
          </a:xfrm>
          <a:custGeom>
            <a:avLst/>
            <a:gdLst>
              <a:gd name="connsiteX0" fmla="*/ 2518556 w 2919095"/>
              <a:gd name="connsiteY0" fmla="*/ 2464814 h 2919094"/>
              <a:gd name="connsiteX1" fmla="*/ 454281 w 2919095"/>
              <a:gd name="connsiteY1" fmla="*/ 2518680 h 2919094"/>
              <a:gd name="connsiteX2" fmla="*/ 400415 w 2919095"/>
              <a:gd name="connsiteY2" fmla="*/ 454281 h 2919094"/>
              <a:gd name="connsiteX3" fmla="*/ 2464815 w 2919095"/>
              <a:gd name="connsiteY3" fmla="*/ 400415 h 2919094"/>
              <a:gd name="connsiteX4" fmla="*/ 2518680 w 2919095"/>
              <a:gd name="connsiteY4" fmla="*/ 2464690 h 2919094"/>
              <a:gd name="connsiteX5" fmla="*/ 625435 w 2919095"/>
              <a:gd name="connsiteY5" fmla="*/ 668006 h 2919094"/>
              <a:gd name="connsiteX6" fmla="*/ 667882 w 2919095"/>
              <a:gd name="connsiteY6" fmla="*/ 2293660 h 2919094"/>
              <a:gd name="connsiteX7" fmla="*/ 2293537 w 2919095"/>
              <a:gd name="connsiteY7" fmla="*/ 2251213 h 2919094"/>
              <a:gd name="connsiteX8" fmla="*/ 2251089 w 2919095"/>
              <a:gd name="connsiteY8" fmla="*/ 625559 h 2919094"/>
              <a:gd name="connsiteX9" fmla="*/ 625435 w 2919095"/>
              <a:gd name="connsiteY9" fmla="*/ 668006 h 291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9095" h="2919094">
                <a:moveTo>
                  <a:pt x="2518556" y="2464814"/>
                </a:moveTo>
                <a:cubicBezTo>
                  <a:pt x="1964260" y="3048774"/>
                  <a:pt x="1038240" y="3072976"/>
                  <a:pt x="454281" y="2518680"/>
                </a:cubicBezTo>
                <a:cubicBezTo>
                  <a:pt x="-129679" y="1964384"/>
                  <a:pt x="-153881" y="1038364"/>
                  <a:pt x="400415" y="454281"/>
                </a:cubicBezTo>
                <a:cubicBezTo>
                  <a:pt x="954711" y="-129679"/>
                  <a:pt x="1880731" y="-153881"/>
                  <a:pt x="2464815" y="400415"/>
                </a:cubicBezTo>
                <a:cubicBezTo>
                  <a:pt x="3048774" y="954711"/>
                  <a:pt x="3072977" y="1880731"/>
                  <a:pt x="2518680" y="2464690"/>
                </a:cubicBezTo>
                <a:close/>
                <a:moveTo>
                  <a:pt x="625435" y="668006"/>
                </a:moveTo>
                <a:cubicBezTo>
                  <a:pt x="188924" y="1127851"/>
                  <a:pt x="207913" y="1857149"/>
                  <a:pt x="667882" y="2293660"/>
                </a:cubicBezTo>
                <a:cubicBezTo>
                  <a:pt x="1127727" y="2730171"/>
                  <a:pt x="1857025" y="2711182"/>
                  <a:pt x="2293537" y="2251213"/>
                </a:cubicBezTo>
                <a:cubicBezTo>
                  <a:pt x="2730048" y="1791368"/>
                  <a:pt x="2711058" y="1062070"/>
                  <a:pt x="2251089" y="625559"/>
                </a:cubicBezTo>
                <a:cubicBezTo>
                  <a:pt x="1791244" y="189048"/>
                  <a:pt x="1061946" y="208037"/>
                  <a:pt x="625435" y="668006"/>
                </a:cubicBezTo>
                <a:close/>
              </a:path>
            </a:pathLst>
          </a:custGeom>
          <a:solidFill>
            <a:srgbClr val="FFFFFF"/>
          </a:solidFill>
          <a:ln w="12394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0BD1D61-9BA6-221B-50E1-4D233B04118E}"/>
              </a:ext>
            </a:extLst>
          </p:cNvPr>
          <p:cNvSpPr/>
          <p:nvPr/>
        </p:nvSpPr>
        <p:spPr>
          <a:xfrm rot="20723606">
            <a:off x="5100052" y="2852382"/>
            <a:ext cx="2218168" cy="2218168"/>
          </a:xfrm>
          <a:custGeom>
            <a:avLst/>
            <a:gdLst>
              <a:gd name="connsiteX0" fmla="*/ 1868919 w 1868918"/>
              <a:gd name="connsiteY0" fmla="*/ 934459 h 1868918"/>
              <a:gd name="connsiteX1" fmla="*/ 934460 w 1868918"/>
              <a:gd name="connsiteY1" fmla="*/ 1868919 h 1868918"/>
              <a:gd name="connsiteX2" fmla="*/ 0 w 1868918"/>
              <a:gd name="connsiteY2" fmla="*/ 934459 h 1868918"/>
              <a:gd name="connsiteX3" fmla="*/ 934460 w 1868918"/>
              <a:gd name="connsiteY3" fmla="*/ 0 h 1868918"/>
              <a:gd name="connsiteX4" fmla="*/ 1868919 w 1868918"/>
              <a:gd name="connsiteY4" fmla="*/ 934459 h 186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18" h="1868918">
                <a:moveTo>
                  <a:pt x="1868919" y="934459"/>
                </a:moveTo>
                <a:cubicBezTo>
                  <a:pt x="1868919" y="1450547"/>
                  <a:pt x="1450547" y="1868919"/>
                  <a:pt x="934460" y="1868919"/>
                </a:cubicBezTo>
                <a:cubicBezTo>
                  <a:pt x="418372" y="1868919"/>
                  <a:pt x="0" y="1450547"/>
                  <a:pt x="0" y="934459"/>
                </a:cubicBezTo>
                <a:cubicBezTo>
                  <a:pt x="0" y="418372"/>
                  <a:pt x="418372" y="0"/>
                  <a:pt x="934460" y="0"/>
                </a:cubicBezTo>
                <a:cubicBezTo>
                  <a:pt x="1450548" y="0"/>
                  <a:pt x="1868919" y="418372"/>
                  <a:pt x="1868919" y="934459"/>
                </a:cubicBezTo>
                <a:close/>
              </a:path>
            </a:pathLst>
          </a:custGeom>
          <a:solidFill>
            <a:schemeClr val="tx1">
              <a:alpha val="38000"/>
            </a:schemeClr>
          </a:solidFill>
          <a:ln w="12394" cap="flat">
            <a:noFill/>
            <a:prstDash val="solid"/>
            <a:miter/>
          </a:ln>
          <a:effectLst>
            <a:softEdge rad="2159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F6E51C-B308-3499-81BB-C87364844530}"/>
              </a:ext>
            </a:extLst>
          </p:cNvPr>
          <p:cNvSpPr/>
          <p:nvPr/>
        </p:nvSpPr>
        <p:spPr>
          <a:xfrm rot="20723606">
            <a:off x="5160032" y="2889769"/>
            <a:ext cx="1868918" cy="1868918"/>
          </a:xfrm>
          <a:custGeom>
            <a:avLst/>
            <a:gdLst>
              <a:gd name="connsiteX0" fmla="*/ 1868919 w 1868918"/>
              <a:gd name="connsiteY0" fmla="*/ 934459 h 1868918"/>
              <a:gd name="connsiteX1" fmla="*/ 934460 w 1868918"/>
              <a:gd name="connsiteY1" fmla="*/ 1868919 h 1868918"/>
              <a:gd name="connsiteX2" fmla="*/ 0 w 1868918"/>
              <a:gd name="connsiteY2" fmla="*/ 934459 h 1868918"/>
              <a:gd name="connsiteX3" fmla="*/ 934460 w 1868918"/>
              <a:gd name="connsiteY3" fmla="*/ 0 h 1868918"/>
              <a:gd name="connsiteX4" fmla="*/ 1868919 w 1868918"/>
              <a:gd name="connsiteY4" fmla="*/ 934459 h 186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18" h="1868918">
                <a:moveTo>
                  <a:pt x="1868919" y="934459"/>
                </a:moveTo>
                <a:cubicBezTo>
                  <a:pt x="1868919" y="1450547"/>
                  <a:pt x="1450547" y="1868919"/>
                  <a:pt x="934460" y="1868919"/>
                </a:cubicBezTo>
                <a:cubicBezTo>
                  <a:pt x="418372" y="1868919"/>
                  <a:pt x="0" y="1450547"/>
                  <a:pt x="0" y="934459"/>
                </a:cubicBezTo>
                <a:cubicBezTo>
                  <a:pt x="0" y="418372"/>
                  <a:pt x="418372" y="0"/>
                  <a:pt x="934460" y="0"/>
                </a:cubicBezTo>
                <a:cubicBezTo>
                  <a:pt x="1450548" y="0"/>
                  <a:pt x="1868919" y="418372"/>
                  <a:pt x="1868919" y="934459"/>
                </a:cubicBezTo>
                <a:close/>
              </a:path>
            </a:pathLst>
          </a:custGeom>
          <a:solidFill>
            <a:srgbClr val="FFFFFF"/>
          </a:solidFill>
          <a:ln w="12394" cap="flat">
            <a:noFill/>
            <a:prstDash val="solid"/>
            <a:miter/>
          </a:ln>
          <a:effectLst>
            <a:innerShdw blurRad="254000">
              <a:prstClr val="black">
                <a:alpha val="28000"/>
              </a:prstClr>
            </a:innerShdw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F6ABC0CC-987C-4035-CBF8-DC0D6C8231B5}"/>
              </a:ext>
            </a:extLst>
          </p:cNvPr>
          <p:cNvSpPr/>
          <p:nvPr/>
        </p:nvSpPr>
        <p:spPr>
          <a:xfrm rot="20723606">
            <a:off x="4787647" y="2515886"/>
            <a:ext cx="2601686" cy="2601684"/>
          </a:xfrm>
          <a:prstGeom prst="arc">
            <a:avLst>
              <a:gd name="adj1" fmla="val 8290624"/>
              <a:gd name="adj2" fmla="val 14845010"/>
            </a:avLst>
          </a:prstGeom>
          <a:ln w="25400" cap="rnd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7706308-4A3F-E608-D440-88718490C5CF}"/>
              </a:ext>
            </a:extLst>
          </p:cNvPr>
          <p:cNvSpPr/>
          <p:nvPr/>
        </p:nvSpPr>
        <p:spPr>
          <a:xfrm rot="20723606">
            <a:off x="4787647" y="2515886"/>
            <a:ext cx="2601686" cy="2601684"/>
          </a:xfrm>
          <a:prstGeom prst="arc">
            <a:avLst>
              <a:gd name="adj1" fmla="val 19144038"/>
              <a:gd name="adj2" fmla="val 4122086"/>
            </a:avLst>
          </a:prstGeom>
          <a:ln w="25400" cap="rnd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A401F9-A372-889A-2D5F-E7FAD1E389FE}"/>
              </a:ext>
            </a:extLst>
          </p:cNvPr>
          <p:cNvGrpSpPr/>
          <p:nvPr/>
        </p:nvGrpSpPr>
        <p:grpSpPr>
          <a:xfrm>
            <a:off x="4880300" y="3093554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6626D73-E8A8-2487-C134-BC3B33818DAB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D8CD23B-12B1-4657-1840-78FA8D0F4756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346F13-5C6D-1C7B-3DEF-2179855486FB}"/>
              </a:ext>
            </a:extLst>
          </p:cNvPr>
          <p:cNvGrpSpPr/>
          <p:nvPr/>
        </p:nvGrpSpPr>
        <p:grpSpPr>
          <a:xfrm>
            <a:off x="4716727" y="3805647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82E1A3F-530D-681E-616A-23414A5BF3B8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052754A-3AB1-38A6-2551-565306038A6F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A12654-28AE-518F-65AD-2AFAFF268856}"/>
              </a:ext>
            </a:extLst>
          </p:cNvPr>
          <p:cNvGrpSpPr/>
          <p:nvPr/>
        </p:nvGrpSpPr>
        <p:grpSpPr>
          <a:xfrm rot="20723606">
            <a:off x="4889622" y="4407634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9C5F228-7771-A92F-7777-5F05D8B6399F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1F0BA5D-DF3D-96C1-DE2C-3B069D34DD7B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93E925-C577-DF6F-1E1F-E9AF782CFEEA}"/>
              </a:ext>
            </a:extLst>
          </p:cNvPr>
          <p:cNvGrpSpPr/>
          <p:nvPr/>
        </p:nvGrpSpPr>
        <p:grpSpPr>
          <a:xfrm rot="20723606">
            <a:off x="7134367" y="3081456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19EA995-80CD-AB42-8EE5-E89169C28221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EABB9A-8889-0C16-C77F-8C615D94FE29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B88D46-8DBB-066C-A9C7-E3B58205783D}"/>
              </a:ext>
            </a:extLst>
          </p:cNvPr>
          <p:cNvGrpSpPr/>
          <p:nvPr/>
        </p:nvGrpSpPr>
        <p:grpSpPr>
          <a:xfrm rot="20723606">
            <a:off x="7307324" y="3698649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B9F4A01-A8BA-80CB-7B89-5966945C0179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18304C4-1DDA-3870-F4F6-005E5A5B0AF8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68896CF-7652-5F82-A31C-79D5439A41A1}"/>
              </a:ext>
            </a:extLst>
          </p:cNvPr>
          <p:cNvGrpSpPr/>
          <p:nvPr/>
        </p:nvGrpSpPr>
        <p:grpSpPr>
          <a:xfrm rot="20723606">
            <a:off x="7137824" y="4380858"/>
            <a:ext cx="156826" cy="156826"/>
            <a:chOff x="5081478" y="2828200"/>
            <a:chExt cx="156826" cy="156826"/>
          </a:xfrm>
          <a:solidFill>
            <a:schemeClr val="bg1">
              <a:lumMod val="75000"/>
            </a:schemeClr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4C6859F-6FC9-8025-15B0-64DE1AECCD26}"/>
                </a:ext>
              </a:extLst>
            </p:cNvPr>
            <p:cNvSpPr/>
            <p:nvPr/>
          </p:nvSpPr>
          <p:spPr>
            <a:xfrm>
              <a:off x="5117367" y="2864089"/>
              <a:ext cx="85048" cy="85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A67444E-F03B-B7A0-7876-4C3E408C4115}"/>
                </a:ext>
              </a:extLst>
            </p:cNvPr>
            <p:cNvSpPr/>
            <p:nvPr/>
          </p:nvSpPr>
          <p:spPr>
            <a:xfrm>
              <a:off x="5081478" y="2828200"/>
              <a:ext cx="156826" cy="156826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0766E64-3ABC-31AC-23E3-EF45A1D61F4E}"/>
              </a:ext>
            </a:extLst>
          </p:cNvPr>
          <p:cNvSpPr txBox="1"/>
          <p:nvPr/>
        </p:nvSpPr>
        <p:spPr>
          <a:xfrm>
            <a:off x="5156629" y="3384673"/>
            <a:ext cx="186904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RADIAL FAN</a:t>
            </a:r>
          </a:p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INFOGRAPHIC</a:t>
            </a:r>
          </a:p>
          <a:p>
            <a:pPr algn="ctr"/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DIAGRAM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3738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679"/>
            <a:ext cx="12179305" cy="68644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69" y="1842732"/>
            <a:ext cx="5585326" cy="13675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586" y="4649778"/>
            <a:ext cx="2836865" cy="608965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683" y="764086"/>
            <a:ext cx="2788938" cy="5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4096" y="4034370"/>
            <a:ext cx="1842755" cy="74217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957" y="2005279"/>
            <a:ext cx="3621359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649" y="1373306"/>
            <a:ext cx="502396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612" y="3362338"/>
            <a:ext cx="41520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3148" y="711197"/>
            <a:ext cx="4320044" cy="3575111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224" y="5341922"/>
            <a:ext cx="2546543" cy="3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4850172"/>
            <a:ext cx="471686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3" y="4468203"/>
            <a:ext cx="5910650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6121199"/>
            <a:ext cx="12179305" cy="6752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B3027F-DFF3-A2DA-1D44-A72D4FF75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42" y="904532"/>
            <a:ext cx="3814934" cy="2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deM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72C6"/>
      </a:accent1>
      <a:accent2>
        <a:srgbClr val="8BC53F"/>
      </a:accent2>
      <a:accent3>
        <a:srgbClr val="FFA900"/>
      </a:accent3>
      <a:accent4>
        <a:srgbClr val="AAAAAA"/>
      </a:accent4>
      <a:accent5>
        <a:srgbClr val="6C3483"/>
      </a:accent5>
      <a:accent6>
        <a:srgbClr val="0989B1"/>
      </a:accent6>
      <a:hlink>
        <a:srgbClr val="6B9F25"/>
      </a:hlink>
      <a:folHlink>
        <a:srgbClr val="BA6906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5887</TotalTime>
  <Words>230</Words>
  <Application>Microsoft Office PowerPoint</Application>
  <PresentationFormat>Custom</PresentationFormat>
  <Paragraphs>65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Open Sans</vt:lpstr>
      <vt:lpstr>Segoe UI</vt:lpstr>
      <vt:lpstr>Office Theme</vt:lpstr>
      <vt:lpstr>2_Office Theme</vt:lpstr>
      <vt:lpstr>Radial Fan Infographic Slide Template</vt:lpstr>
      <vt:lpstr>Radial Fan Infographic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6-Item Radial Fan PowerPoint Template</dc:title>
  <dc:creator>Julian</dc:creator>
  <cp:lastModifiedBy>USER</cp:lastModifiedBy>
  <cp:revision>127</cp:revision>
  <dcterms:created xsi:type="dcterms:W3CDTF">2013-09-12T13:05:01Z</dcterms:created>
  <dcterms:modified xsi:type="dcterms:W3CDTF">2025-10-08T18:35:24Z</dcterms:modified>
</cp:coreProperties>
</file>