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60.xml" ContentType="application/vnd.openxmlformats-officedocument.presentationml.slide+xml"/>
  <Override PartName="/ppt/slides/slide80.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70.xml" ContentType="application/vnd.openxmlformats-officedocument.presentationml.slideLayout+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30.xml" ContentType="application/vnd.openxmlformats-officedocument.presentationml.slideLayout+xml"/>
  <Override PartName="/ppt/theme/theme10.xml" ContentType="application/vnd.openxmlformats-officedocument.theme+xml"/>
  <Override PartName="/ppt/slideLayouts/slideLayout20.xml" ContentType="application/vnd.openxmlformats-officedocument.presentationml.slideLayout+xml"/>
  <Override PartName="/ppt/slideLayouts/slideLayout12.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648" r:id="rId1"/>
  </p:sldMasterIdLst>
  <p:notesMasterIdLst>
    <p:notesMasterId r:id="rId11"/>
  </p:notesMasterIdLst>
  <p:sldIdLst>
    <p:sldId id="267" r:id="rId2"/>
    <p:sldId id="268" r:id="rId3"/>
    <p:sldId id="269" r:id="rId4"/>
    <p:sldId id="270" r:id="rId5"/>
    <p:sldId id="271" r:id="rId6"/>
    <p:sldId id="272" r:id="rId7"/>
    <p:sldId id="273" r:id="rId8"/>
    <p:sldId id="274" r:id="rId9"/>
    <p:sldId id="275" r:id="rId10"/>
  </p:sldIdLst>
  <p:sldSz cx="12192000" cy="6858000"/>
  <p:notesSz cx="6858000" cy="9144000"/>
  <p:embeddedFontLst>
    <p:embeddedFont>
      <p:font typeface="Montserrat" panose="00000500000000000000" pitchFamily="2" charset="0"/>
      <p:regular r:id="rId12"/>
      <p:bold r:id="rId13"/>
      <p:italic r:id="rId14"/>
      <p:boldItalic r:id="rId15"/>
    </p:embeddedFont>
    <p:embeddedFont>
      <p:font typeface="Raleway" pitchFamily="2" charset="0"/>
      <p:regular r:id="rId16"/>
      <p:bold r:id="rId17"/>
      <p:italic r:id="rId18"/>
      <p:boldItalic r:id="rId19"/>
    </p:embeddedFont>
    <p:embeddedFont>
      <p:font typeface="Raleway Black" pitchFamily="2" charset="0"/>
      <p:bold r:id="rId20"/>
      <p:boldItalic r:id="rId21"/>
    </p:embeddedFont>
  </p:embeddedFontLst>
  <p:defaultText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arn More" id="{FB610ADC-25E2-47F2-8B1E-F69363C299B0}">
          <p14:sldIdLst/>
        </p14:section>
        <p14:section name="Home Slide" id="{C41E965D-1BB0-6E42-80C1-B0CE61D34D0F}">
          <p14:sldIdLst>
            <p14:sldId id="267"/>
          </p14:sldIdLst>
        </p14:section>
        <p14:section name="Opportunity" id="{34C61D3D-3DDA-8544-919D-38908B71CF6E}">
          <p14:sldIdLst>
            <p14:sldId id="268"/>
            <p14:sldId id="269"/>
          </p14:sldIdLst>
        </p14:section>
        <p14:section name="Market" id="{DBB0F080-D76F-2449-A8A8-97428CE5CDE4}">
          <p14:sldIdLst>
            <p14:sldId id="270"/>
            <p14:sldId id="271"/>
          </p14:sldIdLst>
        </p14:section>
        <p14:section name="Solution" id="{D01103C6-D9B4-874A-903D-1D54C47D2E73}">
          <p14:sldIdLst>
            <p14:sldId id="272"/>
            <p14:sldId id="273"/>
          </p14:sldIdLst>
        </p14:section>
        <p14:section name="Business Model" id="{17ED8106-7472-CA40-A9D6-5927206203E6}">
          <p14:sldIdLst>
            <p14:sldId id="274"/>
            <p14:sldId id="2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231D"/>
    <a:srgbClr val="101519"/>
    <a:srgbClr val="273E32"/>
    <a:srgbClr val="0D141A"/>
    <a:srgbClr val="0F141A"/>
    <a:srgbClr val="1019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96"/>
    <p:restoredTop sz="96860"/>
  </p:normalViewPr>
  <p:slideViewPr>
    <p:cSldViewPr snapToGrid="0" snapToObjects="1">
      <p:cViewPr varScale="1">
        <p:scale>
          <a:sx n="96" d="100"/>
          <a:sy n="96" d="100"/>
        </p:scale>
        <p:origin x="144" y="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F6D82-066C-FA4D-8270-4E3B76B0A85B}" type="datetimeFigureOut">
              <a:t>11/6/2025</a:t>
            </a:fld>
            <a:endParaRPr lang="en-L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92847-51ED-1449-A9AF-8F855167E8E6}" type="slidenum">
              <a:t>‹#›</a:t>
            </a:fld>
            <a:endParaRPr lang="en-LT"/>
          </a:p>
        </p:txBody>
      </p:sp>
    </p:spTree>
    <p:extLst>
      <p:ext uri="{BB962C8B-B14F-4D97-AF65-F5344CB8AC3E}">
        <p14:creationId xmlns:p14="http://schemas.microsoft.com/office/powerpoint/2010/main" val="281350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dirty="0"/>
          </a:p>
        </p:txBody>
      </p:sp>
      <p:sp>
        <p:nvSpPr>
          <p:cNvPr id="4" name="Slide Number Placeholder 3"/>
          <p:cNvSpPr>
            <a:spLocks noGrp="1"/>
          </p:cNvSpPr>
          <p:nvPr>
            <p:ph type="sldNum" sz="quarter" idx="5"/>
          </p:nvPr>
        </p:nvSpPr>
        <p:spPr/>
        <p:txBody>
          <a:bodyPr/>
          <a:lstStyle/>
          <a:p>
            <a:fld id="{5BE92847-51ED-1449-A9AF-8F855167E8E6}" type="slidenum">
              <a:t>1</a:t>
            </a:fld>
            <a:endParaRPr lang="en-LT"/>
          </a:p>
        </p:txBody>
      </p:sp>
    </p:spTree>
    <p:extLst>
      <p:ext uri="{BB962C8B-B14F-4D97-AF65-F5344CB8AC3E}">
        <p14:creationId xmlns:p14="http://schemas.microsoft.com/office/powerpoint/2010/main" val="47096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t>3</a:t>
            </a:fld>
            <a:endParaRPr lang="en-LT"/>
          </a:p>
        </p:txBody>
      </p:sp>
    </p:spTree>
    <p:extLst>
      <p:ext uri="{BB962C8B-B14F-4D97-AF65-F5344CB8AC3E}">
        <p14:creationId xmlns:p14="http://schemas.microsoft.com/office/powerpoint/2010/main" val="2277903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5</a:t>
            </a:fld>
            <a:endParaRPr lang="en-LT"/>
          </a:p>
        </p:txBody>
      </p:sp>
    </p:spTree>
    <p:extLst>
      <p:ext uri="{BB962C8B-B14F-4D97-AF65-F5344CB8AC3E}">
        <p14:creationId xmlns:p14="http://schemas.microsoft.com/office/powerpoint/2010/main" val="15107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7</a:t>
            </a:fld>
            <a:endParaRPr lang="en-LT"/>
          </a:p>
        </p:txBody>
      </p:sp>
    </p:spTree>
    <p:extLst>
      <p:ext uri="{BB962C8B-B14F-4D97-AF65-F5344CB8AC3E}">
        <p14:creationId xmlns:p14="http://schemas.microsoft.com/office/powerpoint/2010/main" val="1769308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92847-51ED-1449-A9AF-8F855167E8E6}" type="slidenum">
              <a:rPr kumimoji="0" lang="en-LT"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L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635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1052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44614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968971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11/6/2025</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703225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11/6/2025</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78886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11/6/2025</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60950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11/6/2025</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45918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11/6/2025</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440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11/6/2025</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2882049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308699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040774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105200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446148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9689716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7032258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10/3/2023</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788866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10/3/2023</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609508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10/3/2023</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4591809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44066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28820497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30869993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040774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30.xml"/><Relationship Id="rId7" Type="http://schemas.openxmlformats.org/officeDocument/2006/relationships/slideLayout" Target="../slideLayouts/slideLayout70.xml"/><Relationship Id="rId12" Type="http://schemas.openxmlformats.org/officeDocument/2006/relationships/theme" Target="../theme/theme10.xml"/><Relationship Id="rId2" Type="http://schemas.openxmlformats.org/officeDocument/2006/relationships/slideLayout" Target="../slideLayouts/slideLayout20.xml"/><Relationship Id="rId1" Type="http://schemas.openxmlformats.org/officeDocument/2006/relationships/slideLayout" Target="../slideLayouts/slideLayout12.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11/6/2025</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a:t>
            </a:fld>
            <a:endParaRPr lang="en-LT"/>
          </a:p>
        </p:txBody>
      </p:sp>
    </p:spTree>
    <p:extLst>
      <p:ext uri="{BB962C8B-B14F-4D97-AF65-F5344CB8AC3E}">
        <p14:creationId xmlns:p14="http://schemas.microsoft.com/office/powerpoint/2010/main" val="26700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a:t>
            </a:fld>
            <a:endParaRPr lang="en-LT"/>
          </a:p>
        </p:txBody>
      </p:sp>
    </p:spTree>
    <p:extLst>
      <p:ext uri="{BB962C8B-B14F-4D97-AF65-F5344CB8AC3E}">
        <p14:creationId xmlns:p14="http://schemas.microsoft.com/office/powerpoint/2010/main" val="26700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0.png"/><Relationship Id="rId3" Type="http://schemas.openxmlformats.org/officeDocument/2006/relationships/image" Target="../media/image1.jpg"/><Relationship Id="rId7" Type="http://schemas.openxmlformats.org/officeDocument/2006/relationships/image" Target="../media/image21.png"/><Relationship Id="rId12" Type="http://schemas.openxmlformats.org/officeDocument/2006/relationships/slide" Target="slide20.xml"/><Relationship Id="rId2" Type="http://schemas.openxmlformats.org/officeDocument/2006/relationships/notesSlide" Target="../notesSlides/notesSlide1.xml"/><Relationship Id="rId16"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slide" Target="slide60.xml"/><Relationship Id="rId11" Type="http://schemas.openxmlformats.org/officeDocument/2006/relationships/image" Target="../media/image4.png"/><Relationship Id="rId15" Type="http://schemas.openxmlformats.org/officeDocument/2006/relationships/slide" Target="slide40.xml"/><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slide" Target="slide80.xml"/><Relationship Id="rId1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microsoft.com/office/2007/relationships/hdphoto" Target="../media/hdphoto2.wdp"/><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microsoft.com/office/2007/relationships/hdphoto" Target="../media/hdphoto3.wdp"/><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0.png"/><Relationship Id="rId1" Type="http://schemas.openxmlformats.org/officeDocument/2006/relationships/slideLayout" Target="../slideLayouts/slideLayout70.xml"/></Relationships>
</file>

<file path=ppt/slides/_rels/slide4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0.png"/><Relationship Id="rId1" Type="http://schemas.openxmlformats.org/officeDocument/2006/relationships/slideLayout" Target="../slideLayouts/slideLayout70.xml"/></Relationships>
</file>

<file path=ppt/slides/_rels/slide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0.png"/><Relationship Id="rId1" Type="http://schemas.openxmlformats.org/officeDocument/2006/relationships/slideLayout" Target="../slideLayouts/slideLayout70.xml"/></Relationships>
</file>

<file path=ppt/slides/_rels/slide8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0.png"/><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17727F2-87E1-463E-39C5-FA3186ACB2C6}"/>
              </a:ext>
            </a:extLst>
          </p:cNvPr>
          <p:cNvPicPr>
            <a:picLocks noChangeAspect="1"/>
          </p:cNvPicPr>
          <p:nvPr/>
        </p:nvPicPr>
        <p:blipFill>
          <a:blip r:embed="rId3"/>
          <a:srcRect/>
          <a:stretch/>
        </p:blipFill>
        <p:spPr>
          <a:xfrm>
            <a:off x="0" y="0"/>
            <a:ext cx="12192000" cy="6858000"/>
          </a:xfrm>
          <a:prstGeom prst="rect">
            <a:avLst/>
          </a:prstGeom>
        </p:spPr>
      </p:pic>
      <p:cxnSp>
        <p:nvCxnSpPr>
          <p:cNvPr id="7" name="Straight Connector 6">
            <a:extLst>
              <a:ext uri="{FF2B5EF4-FFF2-40B4-BE49-F238E27FC236}">
                <a16:creationId xmlns:a16="http://schemas.microsoft.com/office/drawing/2014/main" id="{4AFAC6AD-E06A-BD4A-AB39-35849B2BFA2D}"/>
              </a:ext>
            </a:extLst>
          </p:cNvPr>
          <p:cNvCxnSpPr>
            <a:cxnSpLocks/>
          </p:cNvCxnSpPr>
          <p:nvPr/>
        </p:nvCxnSpPr>
        <p:spPr>
          <a:xfrm flipV="1">
            <a:off x="2987610" y="3514418"/>
            <a:ext cx="825191" cy="657921"/>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0ECD39E-EC9A-954A-B4CF-9BCD99C8CFAE}"/>
              </a:ext>
            </a:extLst>
          </p:cNvPr>
          <p:cNvCxnSpPr>
            <a:cxnSpLocks/>
          </p:cNvCxnSpPr>
          <p:nvPr/>
        </p:nvCxnSpPr>
        <p:spPr>
          <a:xfrm flipH="1" flipV="1">
            <a:off x="5418578" y="3503266"/>
            <a:ext cx="960188" cy="749245"/>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sp>
        <p:nvSpPr>
          <p:cNvPr id="24" name="Rectangle 23">
            <a:extLst>
              <a:ext uri="{FF2B5EF4-FFF2-40B4-BE49-F238E27FC236}">
                <a16:creationId xmlns:a16="http://schemas.microsoft.com/office/drawing/2014/main" id="{05D0BD90-6384-4F42-BDBE-A945AF012A9F}"/>
              </a:ext>
            </a:extLst>
          </p:cNvPr>
          <p:cNvSpPr/>
          <p:nvPr/>
        </p:nvSpPr>
        <p:spPr>
          <a:xfrm>
            <a:off x="3502184" y="385357"/>
            <a:ext cx="5187639" cy="923330"/>
          </a:xfrm>
          <a:prstGeom prst="rect">
            <a:avLst/>
          </a:prstGeom>
        </p:spPr>
        <p:txBody>
          <a:bodyPr wrap="none">
            <a:spAutoFit/>
          </a:bodyPr>
          <a:lstStyle/>
          <a:p>
            <a:pPr algn="ctr"/>
            <a:r>
              <a:rPr lang="en-LT" sz="5400" b="1" spc="300" dirty="0">
                <a:solidFill>
                  <a:schemeClr val="bg1"/>
                </a:solidFill>
                <a:effectLst>
                  <a:outerShdw blurRad="292100" sx="102000" sy="102000" algn="ctr" rotWithShape="0">
                    <a:prstClr val="black">
                      <a:alpha val="52000"/>
                    </a:prstClr>
                  </a:outerShdw>
                </a:effectLst>
                <a:latin typeface="Montserrat" panose="00000500000000000000" pitchFamily="2" charset="0"/>
              </a:rPr>
              <a:t>SLIDE ZOOM</a:t>
            </a:r>
          </a:p>
        </p:txBody>
      </p:sp>
      <p:sp>
        <p:nvSpPr>
          <p:cNvPr id="25" name="Rectangle 24">
            <a:extLst>
              <a:ext uri="{FF2B5EF4-FFF2-40B4-BE49-F238E27FC236}">
                <a16:creationId xmlns:a16="http://schemas.microsoft.com/office/drawing/2014/main" id="{7D1D4DDA-3BA2-7F47-974A-FC6F909C89E4}"/>
              </a:ext>
            </a:extLst>
          </p:cNvPr>
          <p:cNvSpPr/>
          <p:nvPr/>
        </p:nvSpPr>
        <p:spPr>
          <a:xfrm>
            <a:off x="3966256" y="1179600"/>
            <a:ext cx="4259499" cy="400110"/>
          </a:xfrm>
          <a:prstGeom prst="rect">
            <a:avLst/>
          </a:prstGeom>
        </p:spPr>
        <p:txBody>
          <a:bodyPr wrap="none">
            <a:spAutoFit/>
          </a:bodyPr>
          <a:lstStyle/>
          <a:p>
            <a:pPr algn="ctr"/>
            <a:r>
              <a:rPr lang="en-LT" sz="2000" spc="300">
                <a:solidFill>
                  <a:schemeClr val="bg1"/>
                </a:solidFill>
                <a:effectLst>
                  <a:outerShdw blurRad="292100" sx="102000" sy="102000" algn="ctr" rotWithShape="0">
                    <a:prstClr val="black">
                      <a:alpha val="52000"/>
                    </a:prstClr>
                  </a:outerShdw>
                </a:effectLst>
                <a:latin typeface="Montserrat" panose="00000500000000000000" pitchFamily="2" charset="0"/>
              </a:rPr>
              <a:t>POWERPOINT TEMPLATE</a:t>
            </a:r>
          </a:p>
        </p:txBody>
      </p:sp>
      <p:cxnSp>
        <p:nvCxnSpPr>
          <p:cNvPr id="28" name="Straight Connector 27">
            <a:extLst>
              <a:ext uri="{FF2B5EF4-FFF2-40B4-BE49-F238E27FC236}">
                <a16:creationId xmlns:a16="http://schemas.microsoft.com/office/drawing/2014/main" id="{0DF68F12-370D-1E45-B388-B3EB7E9D3A9F}"/>
              </a:ext>
            </a:extLst>
          </p:cNvPr>
          <p:cNvCxnSpPr>
            <a:cxnSpLocks/>
          </p:cNvCxnSpPr>
          <p:nvPr/>
        </p:nvCxnSpPr>
        <p:spPr>
          <a:xfrm flipH="1">
            <a:off x="8273667" y="3668617"/>
            <a:ext cx="903385" cy="683046"/>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psez="http://schemas.microsoft.com/office/powerpoint/2016/sectionzoom">
        <mc:Choice Requires="psez">
          <p:graphicFrame>
            <p:nvGraphicFramePr>
              <p:cNvPr id="12" name="Section Zoom 11">
                <a:extLst>
                  <a:ext uri="{FF2B5EF4-FFF2-40B4-BE49-F238E27FC236}">
                    <a16:creationId xmlns:a16="http://schemas.microsoft.com/office/drawing/2014/main" id="{C195487E-923E-634E-A4C3-E9368C2DE565}"/>
                  </a:ext>
                </a:extLst>
              </p:cNvPr>
              <p:cNvGraphicFramePr>
                <a:graphicFrameLocks noChangeAspect="1"/>
              </p:cNvGraphicFramePr>
              <p:nvPr>
                <p:extLst>
                  <p:ext uri="{D42A27DB-BD31-4B8C-83A1-F6EECF244321}">
                    <p14:modId xmlns:p14="http://schemas.microsoft.com/office/powerpoint/2010/main" val="658829979"/>
                  </p:ext>
                </p:extLst>
              </p:nvPr>
            </p:nvGraphicFramePr>
            <p:xfrm>
              <a:off x="5502487" y="3994189"/>
              <a:ext cx="3588214" cy="2018370"/>
            </p:xfrm>
            <a:graphic>
              <a:graphicData uri="http://schemas.microsoft.com/office/powerpoint/2016/sectionzoom">
                <psez:sectionZm>
                  <psez:sectionZmObj sectionId="{D01103C6-D9B4-874A-903D-1D54C47D2E73}">
                    <psez:zmPr id="{23888936-E0DE-5545-AD69-CCF83ACA0790}" transitionDur="1000" showBg="0">
                      <p166:blipFill xmlns:p166="http://schemas.microsoft.com/office/powerpoint/2016/6/main">
                        <a:blip r:embed="rId4"/>
                        <a:stretch>
                          <a:fillRect/>
                        </a:stretch>
                      </p166:blipFill>
                      <p166:spPr xmlns:p166="http://schemas.microsoft.com/office/powerpoint/2016/6/main">
                        <a:xfrm>
                          <a:off x="0" y="0"/>
                          <a:ext cx="3588214" cy="2018370"/>
                        </a:xfrm>
                        <a:prstGeom prst="rect">
                          <a:avLst/>
                        </a:prstGeom>
                      </p166:spPr>
                    </psez:zmPr>
                  </psez:sectionZmObj>
                </psez:sectionZm>
              </a:graphicData>
            </a:graphic>
          </p:graphicFrame>
        </mc:Choice>
        <mc:Fallback xmlns="">
          <p:pic>
            <p:nvPicPr>
              <p:cNvPr id="12" name="Section Zoom 11">
                <a:hlinkClick r:id="rId6" action="ppaction://hlinksldjump"/>
                <a:extLst>
                  <a:ext uri="{FF2B5EF4-FFF2-40B4-BE49-F238E27FC236}">
                    <a16:creationId xmlns:a16="http://schemas.microsoft.com/office/drawing/2014/main" id="{C195487E-923E-634E-A4C3-E9368C2DE565}"/>
                  </a:ext>
                </a:extLst>
              </p:cNvPr>
              <p:cNvPicPr>
                <a:picLocks noGrp="1" noRot="1" noChangeAspect="1" noMove="1" noResize="1" noEditPoints="1" noAdjustHandles="1" noChangeArrowheads="1" noChangeShapeType="1"/>
              </p:cNvPicPr>
              <p:nvPr/>
            </p:nvPicPr>
            <p:blipFill>
              <a:blip r:embed="rId7"/>
              <a:stretch>
                <a:fillRect/>
              </a:stretch>
            </p:blipFill>
            <p:spPr>
              <a:xfrm>
                <a:off x="5502487" y="3994189"/>
                <a:ext cx="3588214" cy="2018370"/>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17" name="Section Zoom 16">
                <a:extLst>
                  <a:ext uri="{FF2B5EF4-FFF2-40B4-BE49-F238E27FC236}">
                    <a16:creationId xmlns:a16="http://schemas.microsoft.com/office/drawing/2014/main" id="{BA3A39B2-158B-2B4C-A1B4-DCCBD75CA15C}"/>
                  </a:ext>
                </a:extLst>
              </p:cNvPr>
              <p:cNvGraphicFramePr>
                <a:graphicFrameLocks noChangeAspect="1"/>
              </p:cNvGraphicFramePr>
              <p:nvPr>
                <p:extLst>
                  <p:ext uri="{D42A27DB-BD31-4B8C-83A1-F6EECF244321}">
                    <p14:modId xmlns:p14="http://schemas.microsoft.com/office/powerpoint/2010/main" val="3167548007"/>
                  </p:ext>
                </p:extLst>
              </p:nvPr>
            </p:nvGraphicFramePr>
            <p:xfrm>
              <a:off x="8145678" y="1644179"/>
              <a:ext cx="4222592" cy="2375208"/>
            </p:xfrm>
            <a:graphic>
              <a:graphicData uri="http://schemas.microsoft.com/office/powerpoint/2016/sectionzoom">
                <psez:sectionZm>
                  <psez:sectionZmObj sectionId="{17ED8106-7472-CA40-A9D6-5927206203E6}">
                    <psez:zmPr id="{BED1C54D-1895-F149-B351-02B981A8A5BF}" transitionDur="1000" showBg="0">
                      <p166:blipFill xmlns:p166="http://schemas.microsoft.com/office/powerpoint/2016/6/main">
                        <a:blip r:embed="rId8"/>
                        <a:stretch>
                          <a:fillRect/>
                        </a:stretch>
                      </p166:blipFill>
                      <p166:spPr xmlns:p166="http://schemas.microsoft.com/office/powerpoint/2016/6/main">
                        <a:xfrm>
                          <a:off x="0" y="0"/>
                          <a:ext cx="4222592" cy="2375208"/>
                        </a:xfrm>
                        <a:prstGeom prst="rect">
                          <a:avLst/>
                        </a:prstGeom>
                      </p166:spPr>
                    </psez:zmPr>
                  </psez:sectionZmObj>
                </psez:sectionZm>
              </a:graphicData>
            </a:graphic>
          </p:graphicFrame>
        </mc:Choice>
        <mc:Fallback xmlns="">
          <p:pic>
            <p:nvPicPr>
              <p:cNvPr id="17" name="Section Zoom 16">
                <a:hlinkClick r:id="rId9" action="ppaction://hlinksldjump"/>
                <a:extLst>
                  <a:ext uri="{FF2B5EF4-FFF2-40B4-BE49-F238E27FC236}">
                    <a16:creationId xmlns:a16="http://schemas.microsoft.com/office/drawing/2014/main" id="{BA3A39B2-158B-2B4C-A1B4-DCCBD75CA15C}"/>
                  </a:ext>
                </a:extLst>
              </p:cNvPr>
              <p:cNvPicPr>
                <a:picLocks noGrp="1" noRot="1" noChangeAspect="1" noMove="1" noResize="1" noEditPoints="1" noAdjustHandles="1" noChangeArrowheads="1" noChangeShapeType="1"/>
              </p:cNvPicPr>
              <p:nvPr/>
            </p:nvPicPr>
            <p:blipFill>
              <a:blip r:embed="rId10"/>
              <a:stretch>
                <a:fillRect/>
              </a:stretch>
            </p:blipFill>
            <p:spPr>
              <a:xfrm>
                <a:off x="8145678" y="1644179"/>
                <a:ext cx="4222592" cy="2375208"/>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6" name="Section Zoom 5">
                <a:extLst>
                  <a:ext uri="{FF2B5EF4-FFF2-40B4-BE49-F238E27FC236}">
                    <a16:creationId xmlns:a16="http://schemas.microsoft.com/office/drawing/2014/main" id="{039C2E45-7383-084C-A25A-231F40FCFD88}"/>
                  </a:ext>
                </a:extLst>
              </p:cNvPr>
              <p:cNvGraphicFramePr>
                <a:graphicFrameLocks noChangeAspect="1"/>
              </p:cNvGraphicFramePr>
              <p:nvPr>
                <p:extLst>
                  <p:ext uri="{D42A27DB-BD31-4B8C-83A1-F6EECF244321}">
                    <p14:modId xmlns:p14="http://schemas.microsoft.com/office/powerpoint/2010/main" val="443546311"/>
                  </p:ext>
                </p:extLst>
              </p:nvPr>
            </p:nvGraphicFramePr>
            <p:xfrm>
              <a:off x="-413512" y="3751378"/>
              <a:ext cx="4450582" cy="2503452"/>
            </p:xfrm>
            <a:graphic>
              <a:graphicData uri="http://schemas.microsoft.com/office/powerpoint/2016/sectionzoom">
                <psez:sectionZm>
                  <psez:sectionZmObj sectionId="{34C61D3D-3DDA-8544-919D-38908B71CF6E}">
                    <psez:zmPr id="{4BF83247-9042-D446-B9D6-CD882B6CF45B}" transitionDur="1000" showBg="0">
                      <p166:blipFill xmlns:p166="http://schemas.microsoft.com/office/powerpoint/2016/6/main">
                        <a:blip r:embed="rId11"/>
                        <a:stretch>
                          <a:fillRect/>
                        </a:stretch>
                      </p166:blipFill>
                      <p166:spPr xmlns:p166="http://schemas.microsoft.com/office/powerpoint/2016/6/main">
                        <a:xfrm>
                          <a:off x="0" y="0"/>
                          <a:ext cx="4450582" cy="2503452"/>
                        </a:xfrm>
                        <a:prstGeom prst="rect">
                          <a:avLst/>
                        </a:prstGeom>
                        <a:effectLst/>
                      </p166:spPr>
                    </psez:zmPr>
                  </psez:sectionZmObj>
                </psez:sectionZm>
              </a:graphicData>
            </a:graphic>
          </p:graphicFrame>
        </mc:Choice>
        <mc:Fallback xmlns="">
          <p:pic>
            <p:nvPicPr>
              <p:cNvPr id="6" name="Section Zoom 5">
                <a:hlinkClick r:id="rId12" action="ppaction://hlinksldjump"/>
                <a:extLst>
                  <a:ext uri="{FF2B5EF4-FFF2-40B4-BE49-F238E27FC236}">
                    <a16:creationId xmlns:a16="http://schemas.microsoft.com/office/drawing/2014/main" id="{039C2E45-7383-084C-A25A-231F40FCFD88}"/>
                  </a:ext>
                </a:extLst>
              </p:cNvPr>
              <p:cNvPicPr>
                <a:picLocks noGrp="1" noRot="1" noChangeAspect="1" noMove="1" noResize="1" noEditPoints="1" noAdjustHandles="1" noChangeArrowheads="1" noChangeShapeType="1"/>
              </p:cNvPicPr>
              <p:nvPr/>
            </p:nvPicPr>
            <p:blipFill>
              <a:blip r:embed="rId13"/>
              <a:stretch>
                <a:fillRect/>
              </a:stretch>
            </p:blipFill>
            <p:spPr>
              <a:xfrm>
                <a:off x="-413512" y="3751378"/>
                <a:ext cx="4450582" cy="2503452"/>
              </a:xfrm>
              <a:prstGeom prst="rect">
                <a:avLst/>
              </a:prstGeom>
              <a:effectLst/>
            </p:spPr>
          </p:pic>
        </mc:Fallback>
      </mc:AlternateContent>
      <mc:AlternateContent xmlns:mc="http://schemas.openxmlformats.org/markup-compatibility/2006" xmlns:psez="http://schemas.microsoft.com/office/powerpoint/2016/sectionzoom">
        <mc:Choice Requires="psez">
          <p:graphicFrame>
            <p:nvGraphicFramePr>
              <p:cNvPr id="4" name="Section Zoom 3">
                <a:extLst>
                  <a:ext uri="{FF2B5EF4-FFF2-40B4-BE49-F238E27FC236}">
                    <a16:creationId xmlns:a16="http://schemas.microsoft.com/office/drawing/2014/main" id="{B2D661A4-8895-1E43-9238-4B6D30F2FF2A}"/>
                  </a:ext>
                </a:extLst>
              </p:cNvPr>
              <p:cNvGraphicFramePr>
                <a:graphicFrameLocks noChangeAspect="1"/>
              </p:cNvGraphicFramePr>
              <p:nvPr>
                <p:extLst>
                  <p:ext uri="{D42A27DB-BD31-4B8C-83A1-F6EECF244321}">
                    <p14:modId xmlns:p14="http://schemas.microsoft.com/office/powerpoint/2010/main" val="4243204949"/>
                  </p:ext>
                </p:extLst>
              </p:nvPr>
            </p:nvGraphicFramePr>
            <p:xfrm>
              <a:off x="3099126" y="2116068"/>
              <a:ext cx="3048000" cy="1714500"/>
            </p:xfrm>
            <a:graphic>
              <a:graphicData uri="http://schemas.microsoft.com/office/powerpoint/2016/sectionzoom">
                <psez:sectionZm>
                  <psez:sectionZmObj sectionId="{DBB0F080-D76F-2449-A8A8-97428CE5CDE4}">
                    <psez:zmPr id="{E31B0801-3E89-AF44-A1B1-5F4CCB54772F}" transitionDur="1000" showBg="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p166:spPr>
                    </psez:zmPr>
                  </psez:sectionZmObj>
                </psez:sectionZm>
              </a:graphicData>
            </a:graphic>
          </p:graphicFrame>
        </mc:Choice>
        <mc:Fallback xmlns="">
          <p:pic>
            <p:nvPicPr>
              <p:cNvPr id="4" name="Section Zoom 3">
                <a:hlinkClick r:id="rId15" action="ppaction://hlinksldjump"/>
                <a:extLst>
                  <a:ext uri="{FF2B5EF4-FFF2-40B4-BE49-F238E27FC236}">
                    <a16:creationId xmlns:a16="http://schemas.microsoft.com/office/drawing/2014/main" id="{B2D661A4-8895-1E43-9238-4B6D30F2FF2A}"/>
                  </a:ext>
                </a:extLst>
              </p:cNvPr>
              <p:cNvPicPr>
                <a:picLocks noGrp="1" noRot="1" noChangeAspect="1" noMove="1" noResize="1" noEditPoints="1" noAdjustHandles="1" noChangeArrowheads="1" noChangeShapeType="1"/>
              </p:cNvPicPr>
              <p:nvPr/>
            </p:nvPicPr>
            <p:blipFill>
              <a:blip r:embed="rId16"/>
              <a:stretch>
                <a:fillRect/>
              </a:stretch>
            </p:blipFill>
            <p:spPr>
              <a:xfrm>
                <a:off x="3099126" y="2116068"/>
                <a:ext cx="3048000" cy="1714500"/>
              </a:xfrm>
              <a:prstGeom prst="rect">
                <a:avLst/>
              </a:prstGeom>
            </p:spPr>
          </p:pic>
        </mc:Fallback>
      </mc:AlternateContent>
    </p:spTree>
    <p:extLst>
      <p:ext uri="{BB962C8B-B14F-4D97-AF65-F5344CB8AC3E}">
        <p14:creationId xmlns:p14="http://schemas.microsoft.com/office/powerpoint/2010/main" val="238535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nodeType="withEffect">
                                  <p:stCondLst>
                                    <p:cond delay="0"/>
                                  </p:stCondLst>
                                  <p:childTnLst>
                                    <p:animScale>
                                      <p:cBhvr>
                                        <p:cTn id="6" dur="4000"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3072577" y="3532924"/>
            <a:ext cx="6046847" cy="1107996"/>
          </a:xfrm>
          <a:prstGeom prst="rect">
            <a:avLst/>
          </a:prstGeom>
        </p:spPr>
        <p:txBody>
          <a:bodyPr wrap="none">
            <a:spAutoFit/>
          </a:bodyPr>
          <a:lstStyle/>
          <a:p>
            <a:pPr algn="ctr"/>
            <a:r>
              <a:rPr lang="en-LT" sz="65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7" name="Graphic 6" descr="Lights On with solid fill">
            <a:extLst>
              <a:ext uri="{FF2B5EF4-FFF2-40B4-BE49-F238E27FC236}">
                <a16:creationId xmlns:a16="http://schemas.microsoft.com/office/drawing/2014/main" id="{3169A18E-29C1-B14B-9DAC-9A1603958F7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683" y="782444"/>
            <a:ext cx="2750634" cy="2750634"/>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97523264"/>
      </p:ext>
    </p:extLst>
  </p:cSld>
  <p:clrMapOvr>
    <a:masterClrMapping/>
  </p:clrMapOvr>
  <p:transition spd="slow" advTm="0"/>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pic>
        <p:nvPicPr>
          <p:cNvPr id="1026" name="Picture 2" descr="person on top of mountain during daytime">
            <a:extLst>
              <a:ext uri="{FF2B5EF4-FFF2-40B4-BE49-F238E27FC236}">
                <a16:creationId xmlns:a16="http://schemas.microsoft.com/office/drawing/2014/main" id="{46BE918B-EA92-1948-9A36-85366B984810}"/>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CF6B2B7C-89ED-F540-A64D-0D5E18A71354}"/>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5" name="Rectangle 4">
            <a:extLst>
              <a:ext uri="{FF2B5EF4-FFF2-40B4-BE49-F238E27FC236}">
                <a16:creationId xmlns:a16="http://schemas.microsoft.com/office/drawing/2014/main" id="{67ABF447-6E17-1A45-AD94-46DCD25C1D16}"/>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sp>
        <p:nvSpPr>
          <p:cNvPr id="11" name="Rectangle 10">
            <a:extLst>
              <a:ext uri="{FF2B5EF4-FFF2-40B4-BE49-F238E27FC236}">
                <a16:creationId xmlns:a16="http://schemas.microsoft.com/office/drawing/2014/main" id="{F1ABBEE1-A4F3-6746-AE3A-4B6E12CE6CA3}"/>
              </a:ext>
            </a:extLst>
          </p:cNvPr>
          <p:cNvSpPr/>
          <p:nvPr/>
        </p:nvSpPr>
        <p:spPr>
          <a:xfrm>
            <a:off x="2057878" y="1834088"/>
            <a:ext cx="8076250"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25" name="Graphic 24" descr="Lights On with solid fill">
            <a:extLst>
              <a:ext uri="{FF2B5EF4-FFF2-40B4-BE49-F238E27FC236}">
                <a16:creationId xmlns:a16="http://schemas.microsoft.com/office/drawing/2014/main" id="{C9A4FAB4-1D30-504F-AC22-18FA700E0E5D}"/>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44790" y="157975"/>
            <a:ext cx="1702420" cy="1702420"/>
          </a:xfrm>
          <a:prstGeom prst="rect">
            <a:avLst/>
          </a:prstGeom>
          <a:effectLst>
            <a:outerShdw blurRad="177800" sx="102000" sy="102000" algn="ctr" rotWithShape="0">
              <a:prstClr val="black">
                <a:alpha val="40000"/>
              </a:prstClr>
            </a:outerShdw>
          </a:effectLst>
        </p:spPr>
      </p:pic>
      <p:sp useBgFill="1">
        <p:nvSpPr>
          <p:cNvPr id="29" name="Rounded Rectangle 28">
            <a:extLst>
              <a:ext uri="{FF2B5EF4-FFF2-40B4-BE49-F238E27FC236}">
                <a16:creationId xmlns:a16="http://schemas.microsoft.com/office/drawing/2014/main" id="{14E00701-098F-CD4F-A308-C7B7ECDFF684}"/>
              </a:ext>
            </a:extLst>
          </p:cNvPr>
          <p:cNvSpPr/>
          <p:nvPr/>
        </p:nvSpPr>
        <p:spPr>
          <a:xfrm rot="2314562">
            <a:off x="9520394" y="6376453"/>
            <a:ext cx="642321" cy="4019894"/>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Tree>
    <p:extLst>
      <p:ext uri="{BB962C8B-B14F-4D97-AF65-F5344CB8AC3E}">
        <p14:creationId xmlns:p14="http://schemas.microsoft.com/office/powerpoint/2010/main" val="3842807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repeatCount="indefinite" accel="50000" decel="50000" autoRev="1" fill="hold" grpId="0" nodeType="withEffect">
                                  <p:stCondLst>
                                    <p:cond delay="1200"/>
                                  </p:stCondLst>
                                  <p:childTnLst>
                                    <p:animMotion origin="layout" path="M 1.04167E-6 -1.85185E-6 L 0.04245 -0.09352 " pathEditMode="relative" rAng="0" ptsTypes="AA">
                                      <p:cBhvr>
                                        <p:cTn id="6" dur="3000" fill="hold"/>
                                        <p:tgtEl>
                                          <p:spTgt spid="29"/>
                                        </p:tgtEl>
                                        <p:attrNameLst>
                                          <p:attrName>ppt_x</p:attrName>
                                          <p:attrName>ppt_y</p:attrName>
                                        </p:attrNameLst>
                                      </p:cBhvr>
                                      <p:rCtr x="2122" y="-46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70816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105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MARKET</a:t>
            </a: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43346" y="1035204"/>
            <a:ext cx="2505308" cy="2505308"/>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1167597831"/>
      </p:ext>
    </p:extLst>
  </p:cSld>
  <p:clrMapOvr>
    <a:masterClrMapping/>
  </p:clrMapOvr>
  <p:transition spd="slow" advTm="0"/>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pic>
        <p:nvPicPr>
          <p:cNvPr id="2054" name="Picture 6" descr="man standing on top of mountain beside cairn stones">
            <a:extLst>
              <a:ext uri="{FF2B5EF4-FFF2-40B4-BE49-F238E27FC236}">
                <a16:creationId xmlns:a16="http://schemas.microsoft.com/office/drawing/2014/main" id="{D7294908-9A58-794A-B85A-622DC85DAF8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8605" y="399586"/>
            <a:ext cx="1434790" cy="1434790"/>
          </a:xfrm>
          <a:prstGeom prst="rect">
            <a:avLst/>
          </a:prstGeom>
          <a:effectLst>
            <a:outerShdw blurRad="177800" sx="102000" sy="102000" algn="ctr" rotWithShape="0">
              <a:prstClr val="black">
                <a:alpha val="40000"/>
              </a:prstClr>
            </a:outerShdw>
          </a:effectLst>
        </p:spPr>
      </p:pic>
      <p:sp>
        <p:nvSpPr>
          <p:cNvPr id="6" name="Rectangle 5">
            <a:extLst>
              <a:ext uri="{FF2B5EF4-FFF2-40B4-BE49-F238E27FC236}">
                <a16:creationId xmlns:a16="http://schemas.microsoft.com/office/drawing/2014/main" id="{86BA49A1-C4F8-6543-8240-061A4699B32F}"/>
              </a:ext>
            </a:extLst>
          </p:cNvPr>
          <p:cNvSpPr/>
          <p:nvPr/>
        </p:nvSpPr>
        <p:spPr>
          <a:xfrm>
            <a:off x="3744234" y="1834088"/>
            <a:ext cx="4703532"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MARKET</a:t>
            </a: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spTree>
    <p:extLst>
      <p:ext uri="{BB962C8B-B14F-4D97-AF65-F5344CB8AC3E}">
        <p14:creationId xmlns:p14="http://schemas.microsoft.com/office/powerpoint/2010/main" val="30018723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SOLUTION</a:t>
            </a:r>
          </a:p>
        </p:txBody>
      </p:sp>
      <p:pic>
        <p:nvPicPr>
          <p:cNvPr id="6" name="Graphic 5" descr="Potion with solid fill">
            <a:extLst>
              <a:ext uri="{FF2B5EF4-FFF2-40B4-BE49-F238E27FC236}">
                <a16:creationId xmlns:a16="http://schemas.microsoft.com/office/drawing/2014/main" id="{CEB538FE-34FC-714C-8121-3DEF7E6B040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98380" y="659779"/>
            <a:ext cx="2795240" cy="2795240"/>
          </a:xfrm>
          <a:prstGeom prst="rect">
            <a:avLst/>
          </a:prstGeom>
        </p:spPr>
      </p:pic>
    </p:spTree>
    <p:extLst>
      <p:ext uri="{BB962C8B-B14F-4D97-AF65-F5344CB8AC3E}">
        <p14:creationId xmlns:p14="http://schemas.microsoft.com/office/powerpoint/2010/main" val="3341998466"/>
      </p:ext>
    </p:extLst>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6000" b="-6000"/>
          </a:stretch>
        </a:blipFill>
        <a:effectLst/>
      </p:bgPr>
    </p:bg>
    <p:spTree>
      <p:nvGrpSpPr>
        <p:cNvPr id="1" name=""/>
        <p:cNvGrpSpPr/>
        <p:nvPr/>
      </p:nvGrpSpPr>
      <p:grpSpPr>
        <a:xfrm>
          <a:off x="0" y="0"/>
          <a:ext cx="0" cy="0"/>
          <a:chOff x="0" y="0"/>
          <a:chExt cx="0" cy="0"/>
        </a:xfrm>
      </p:grpSpPr>
      <p:pic>
        <p:nvPicPr>
          <p:cNvPr id="3074" name="Picture 2" descr="orange and gray camping tent near body of water">
            <a:extLst>
              <a:ext uri="{FF2B5EF4-FFF2-40B4-BE49-F238E27FC236}">
                <a16:creationId xmlns:a16="http://schemas.microsoft.com/office/drawing/2014/main" id="{7E6FB2E9-7E21-1A4B-B7D9-51B1351B358F}"/>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6" name="Rectangle 5">
            <a:extLst>
              <a:ext uri="{FF2B5EF4-FFF2-40B4-BE49-F238E27FC236}">
                <a16:creationId xmlns:a16="http://schemas.microsoft.com/office/drawing/2014/main" id="{86BA49A1-C4F8-6543-8240-061A4699B32F}"/>
              </a:ext>
            </a:extLst>
          </p:cNvPr>
          <p:cNvSpPr/>
          <p:nvPr/>
        </p:nvSpPr>
        <p:spPr>
          <a:xfrm>
            <a:off x="3163153" y="1834088"/>
            <a:ext cx="5865708"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SOLUTION</a:t>
            </a: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pic>
        <p:nvPicPr>
          <p:cNvPr id="11" name="Graphic 10" descr="Potion with solid fill">
            <a:extLst>
              <a:ext uri="{FF2B5EF4-FFF2-40B4-BE49-F238E27FC236}">
                <a16:creationId xmlns:a16="http://schemas.microsoft.com/office/drawing/2014/main" id="{EC7840E3-BAD3-A84E-B5ED-F442FFC9B8E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31783" y="234176"/>
            <a:ext cx="1728434" cy="1728434"/>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30467876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5" name="Rectangle 4">
            <a:extLst>
              <a:ext uri="{FF2B5EF4-FFF2-40B4-BE49-F238E27FC236}">
                <a16:creationId xmlns:a16="http://schemas.microsoft.com/office/drawing/2014/main" id="{FD9FA5D4-F976-AF4C-AC07-03DCC1B85E22}"/>
              </a:ext>
            </a:extLst>
          </p:cNvPr>
          <p:cNvSpPr/>
          <p:nvPr/>
        </p:nvSpPr>
        <p:spPr>
          <a:xfrm>
            <a:off x="2947643" y="4437112"/>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pic>
        <p:nvPicPr>
          <p:cNvPr id="7" name="Graphic 6" descr="Gears with solid fill">
            <a:extLst>
              <a:ext uri="{FF2B5EF4-FFF2-40B4-BE49-F238E27FC236}">
                <a16:creationId xmlns:a16="http://schemas.microsoft.com/office/drawing/2014/main" id="{3ABC9C15-A943-6549-9279-9BBD8A235D8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42263" y="459058"/>
            <a:ext cx="3107474" cy="3107474"/>
          </a:xfrm>
          <a:prstGeom prst="rect">
            <a:avLst/>
          </a:prstGeom>
        </p:spPr>
      </p:pic>
    </p:spTree>
    <p:extLst>
      <p:ext uri="{BB962C8B-B14F-4D97-AF65-F5344CB8AC3E}">
        <p14:creationId xmlns:p14="http://schemas.microsoft.com/office/powerpoint/2010/main" val="271936434"/>
      </p:ext>
    </p:extLst>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pic>
        <p:nvPicPr>
          <p:cNvPr id="5122" name="Picture 2" descr="orange dome tent surrounded by silhouette of trees at blue hour">
            <a:extLst>
              <a:ext uri="{FF2B5EF4-FFF2-40B4-BE49-F238E27FC236}">
                <a16:creationId xmlns:a16="http://schemas.microsoft.com/office/drawing/2014/main" id="{D29F581C-915B-3B4C-9A89-1AA8FB4A24D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26" name="Graphic 22">
            <a:extLst>
              <a:ext uri="{FF2B5EF4-FFF2-40B4-BE49-F238E27FC236}">
                <a16:creationId xmlns:a16="http://schemas.microsoft.com/office/drawing/2014/main" id="{D41648B8-54FC-9049-AD25-9FC457D2D522}"/>
              </a:ext>
            </a:extLst>
          </p:cNvPr>
          <p:cNvSpPr/>
          <p:nvPr/>
        </p:nvSpPr>
        <p:spPr>
          <a:xfrm rot="20322550">
            <a:off x="2891879" y="-462708"/>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useBgFill="1">
        <p:nvSpPr>
          <p:cNvPr id="24" name="Graphic 22">
            <a:extLst>
              <a:ext uri="{FF2B5EF4-FFF2-40B4-BE49-F238E27FC236}">
                <a16:creationId xmlns:a16="http://schemas.microsoft.com/office/drawing/2014/main" id="{480C9633-F820-3D45-9499-D282F58F0A66}"/>
              </a:ext>
            </a:extLst>
          </p:cNvPr>
          <p:cNvSpPr/>
          <p:nvPr/>
        </p:nvSpPr>
        <p:spPr>
          <a:xfrm>
            <a:off x="202281" y="616947"/>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white"/>
                </a:solidFill>
                <a:effectLst/>
                <a:uLnTx/>
                <a:uFillTx/>
                <a:latin typeface="Raleway" panose="020B0503030101060003" pitchFamily="34" charset="77"/>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kumimoji="0" lang="en-LT" sz="1200" b="0" i="0" u="none" strike="noStrike" kern="1200" cap="none" spc="300" normalizeH="0" baseline="0" noProof="0">
              <a:ln>
                <a:noFill/>
              </a:ln>
              <a:solidFill>
                <a:prstClr val="white"/>
              </a:solidFill>
              <a:effectLst/>
              <a:uLnTx/>
              <a:uFillTx/>
              <a:latin typeface="Raleway" panose="020B0503030101060003" pitchFamily="34" charset="77"/>
              <a:ea typeface="+mn-ea"/>
              <a:cs typeface="+mn-cs"/>
            </a:endParaRPr>
          </a:p>
        </p:txBody>
      </p:sp>
      <p:sp>
        <p:nvSpPr>
          <p:cNvPr id="6" name="Rectangle 5">
            <a:extLst>
              <a:ext uri="{FF2B5EF4-FFF2-40B4-BE49-F238E27FC236}">
                <a16:creationId xmlns:a16="http://schemas.microsoft.com/office/drawing/2014/main" id="{86BA49A1-C4F8-6543-8240-061A4699B32F}"/>
              </a:ext>
            </a:extLst>
          </p:cNvPr>
          <p:cNvSpPr/>
          <p:nvPr/>
        </p:nvSpPr>
        <p:spPr>
          <a:xfrm>
            <a:off x="1277344" y="2079415"/>
            <a:ext cx="5617243" cy="144655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12" name="Rectangle 11">
            <a:extLst>
              <a:ext uri="{FF2B5EF4-FFF2-40B4-BE49-F238E27FC236}">
                <a16:creationId xmlns:a16="http://schemas.microsoft.com/office/drawing/2014/main" id="{99D1D594-5228-7E40-8C11-673A42AE8EE2}"/>
              </a:ext>
            </a:extLst>
          </p:cNvPr>
          <p:cNvSpPr/>
          <p:nvPr/>
        </p:nvSpPr>
        <p:spPr>
          <a:xfrm>
            <a:off x="6857136" y="2079415"/>
            <a:ext cx="4057521" cy="144655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spTree>
    <p:extLst>
      <p:ext uri="{BB962C8B-B14F-4D97-AF65-F5344CB8AC3E}">
        <p14:creationId xmlns:p14="http://schemas.microsoft.com/office/powerpoint/2010/main" val="51870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7000" fill="hold"/>
                                        <p:tgtEl>
                                          <p:spTgt spid="24"/>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7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3072577" y="3532924"/>
            <a:ext cx="6046847" cy="1107996"/>
          </a:xfrm>
          <a:prstGeom prst="rect">
            <a:avLst/>
          </a:prstGeom>
        </p:spPr>
        <p:txBody>
          <a:bodyPr wrap="none">
            <a:spAutoFit/>
          </a:bodyPr>
          <a:lstStyle/>
          <a:p>
            <a:pPr algn="ctr"/>
            <a:r>
              <a:rPr lang="en-LT" sz="65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7" name="Graphic 6" descr="Lights On with solid fill">
            <a:extLst>
              <a:ext uri="{FF2B5EF4-FFF2-40B4-BE49-F238E27FC236}">
                <a16:creationId xmlns:a16="http://schemas.microsoft.com/office/drawing/2014/main" id="{3169A18E-29C1-B14B-9DAC-9A1603958F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0683" y="782444"/>
            <a:ext cx="2750634" cy="2750634"/>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97523264"/>
      </p:ext>
    </p:extLst>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70816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105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MARKET</a:t>
            </a: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43346" y="1035204"/>
            <a:ext cx="2505308" cy="2505308"/>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1167597831"/>
      </p:ext>
    </p:extLst>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SOLUTION</a:t>
            </a:r>
          </a:p>
        </p:txBody>
      </p:sp>
      <p:pic>
        <p:nvPicPr>
          <p:cNvPr id="6" name="Graphic 5" descr="Potion with solid fill">
            <a:extLst>
              <a:ext uri="{FF2B5EF4-FFF2-40B4-BE49-F238E27FC236}">
                <a16:creationId xmlns:a16="http://schemas.microsoft.com/office/drawing/2014/main" id="{CEB538FE-34FC-714C-8121-3DEF7E6B04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8380" y="659779"/>
            <a:ext cx="2795240" cy="2795240"/>
          </a:xfrm>
          <a:prstGeom prst="rect">
            <a:avLst/>
          </a:prstGeom>
        </p:spPr>
      </p:pic>
    </p:spTree>
    <p:extLst>
      <p:ext uri="{BB962C8B-B14F-4D97-AF65-F5344CB8AC3E}">
        <p14:creationId xmlns:p14="http://schemas.microsoft.com/office/powerpoint/2010/main" val="3341998466"/>
      </p:ext>
    </p:extLst>
  </p:cSld>
  <p:clrMapOvr>
    <a:masterClrMapping/>
  </p:clrMapOvr>
  <p:transition spd="slow" advTm="0"/>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5" name="Rectangle 4">
            <a:extLst>
              <a:ext uri="{FF2B5EF4-FFF2-40B4-BE49-F238E27FC236}">
                <a16:creationId xmlns:a16="http://schemas.microsoft.com/office/drawing/2014/main" id="{FD9FA5D4-F976-AF4C-AC07-03DCC1B85E22}"/>
              </a:ext>
            </a:extLst>
          </p:cNvPr>
          <p:cNvSpPr/>
          <p:nvPr/>
        </p:nvSpPr>
        <p:spPr>
          <a:xfrm>
            <a:off x="2947643" y="4437112"/>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pic>
        <p:nvPicPr>
          <p:cNvPr id="7" name="Graphic 6" descr="Gears with solid fill">
            <a:extLst>
              <a:ext uri="{FF2B5EF4-FFF2-40B4-BE49-F238E27FC236}">
                <a16:creationId xmlns:a16="http://schemas.microsoft.com/office/drawing/2014/main" id="{3ABC9C15-A943-6549-9279-9BBD8A235D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42263" y="459058"/>
            <a:ext cx="3107474" cy="3107474"/>
          </a:xfrm>
          <a:prstGeom prst="rect">
            <a:avLst/>
          </a:prstGeom>
        </p:spPr>
      </p:pic>
    </p:spTree>
    <p:extLst>
      <p:ext uri="{BB962C8B-B14F-4D97-AF65-F5344CB8AC3E}">
        <p14:creationId xmlns:p14="http://schemas.microsoft.com/office/powerpoint/2010/main" val="271936434"/>
      </p:ext>
    </p:extLst>
  </p:cSld>
  <p:clrMapOvr>
    <a:masterClrMapping/>
  </p:clrMapOvr>
  <p:transition spd="slow" advTm="0"/>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Widescreen</PresentationFormat>
  <Paragraphs>21</Paragraphs>
  <Slides>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Raleway</vt:lpstr>
      <vt:lpstr>Raleway Black</vt:lpstr>
      <vt:lpstr>Calibri</vt:lpstr>
      <vt:lpstr>Arial</vt:lpstr>
      <vt:lpstr>Montserrat</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2023-10-03T06:31:12Z</dcterms:created>
  <dcterms:modified xsi:type="dcterms:W3CDTF">2025-11-06T17:37:35Z</dcterms:modified>
</cp:coreProperties>
</file>